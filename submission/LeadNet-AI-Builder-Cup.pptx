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cda110a27b4de3" /><Relationship Type="http://schemas.openxmlformats.org/officeDocument/2006/relationships/extended-properties" Target="/docProps/app.xml" Id="R952fcce0bd82425b" /><Relationship Type="http://schemas.openxmlformats.org/officeDocument/2006/relationships/officeDocument" Target="/ppt/presentation.xml" Id="R7b9bb531daa3456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088a9b8072d4440"/>
  </p:sldMasterIdLst>
  <p:notesMasterIdLst>
    <p:notesMasterId xmlns:r="http://schemas.openxmlformats.org/officeDocument/2006/relationships" r:id="R18d1ff9d4eaf4256"/>
  </p:notesMasterIdLst>
  <p:sldIdLst>
    <p:sldId xmlns:r="http://schemas.openxmlformats.org/officeDocument/2006/relationships" id="256" r:id="Ree3accd7ba654d1f"/>
    <p:sldId xmlns:r="http://schemas.openxmlformats.org/officeDocument/2006/relationships" id="257" r:id="R00890b66818e4cb2"/>
    <p:sldId xmlns:r="http://schemas.openxmlformats.org/officeDocument/2006/relationships" id="258" r:id="R100ed8ec80344102"/>
    <p:sldId xmlns:r="http://schemas.openxmlformats.org/officeDocument/2006/relationships" id="259" r:id="Rcc74c06860234b46"/>
    <p:sldId xmlns:r="http://schemas.openxmlformats.org/officeDocument/2006/relationships" id="260" r:id="R7a932d70ea9a45c6"/>
    <p:sldId xmlns:r="http://schemas.openxmlformats.org/officeDocument/2006/relationships" id="261" r:id="R831fbd4945924d90"/>
    <p:sldId xmlns:r="http://schemas.openxmlformats.org/officeDocument/2006/relationships" id="262" r:id="R77a8cab01b3a4198"/>
    <p:sldId xmlns:r="http://schemas.openxmlformats.org/officeDocument/2006/relationships" id="263" r:id="R1256627742c54e7f"/>
    <p:sldId xmlns:r="http://schemas.openxmlformats.org/officeDocument/2006/relationships" id="264" r:id="Recb07d38276d47ed"/>
    <p:sldId xmlns:r="http://schemas.openxmlformats.org/officeDocument/2006/relationships" id="265" r:id="Rc35538a65d7948d9"/>
    <p:sldId xmlns:r="http://schemas.openxmlformats.org/officeDocument/2006/relationships" id="266" r:id="Rd3712789a8e141ae"/>
    <p:sldId xmlns:r="http://schemas.openxmlformats.org/officeDocument/2006/relationships" id="267" r:id="R13c2d28a10a04f7f"/>
    <p:sldId xmlns:r="http://schemas.openxmlformats.org/officeDocument/2006/relationships" id="268" r:id="R05720761203044bb"/>
    <p:sldId xmlns:r="http://schemas.openxmlformats.org/officeDocument/2006/relationships" id="269" r:id="Rccabaea705904f88"/>
  </p:sldIdLst>
  <p:sldSz cx="9144000" cy="5143500"/>
  <p:notesSz cx="6858000" cy="9144000"/>
  <p:embeddedFontLst>
    <p:embeddedFont>
      <p:font typeface="Google Sans Flex Medium"/>
      <p:regular xmlns:r="http://schemas.openxmlformats.org/officeDocument/2006/relationships" r:id="Rda5c4ceeb8184c6c"/>
      <p:bold xmlns:r="http://schemas.openxmlformats.org/officeDocument/2006/relationships" r:id="R6bd71705940f43eb"/>
    </p:embeddedFont>
    <p:embeddedFont>
      <p:font typeface="Google Sans Flex"/>
      <p:regular xmlns:r="http://schemas.openxmlformats.org/officeDocument/2006/relationships" r:id="R0030f49c5d154f3a"/>
      <p:bold xmlns:r="http://schemas.openxmlformats.org/officeDocument/2006/relationships" r:id="R86eff9195a594ae2"/>
    </p:embeddedFont>
    <p:embeddedFont>
      <p:font typeface="Google Sans Flex SemiBold"/>
      <p:regular xmlns:r="http://schemas.openxmlformats.org/officeDocument/2006/relationships" r:id="R9f739c4748e841e3"/>
      <p:bold xmlns:r="http://schemas.openxmlformats.org/officeDocument/2006/relationships" r:id="R0b84aa9a36a14d4a"/>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8d2f18e1310544e3" /><Relationship Type="http://schemas.openxmlformats.org/officeDocument/2006/relationships/slideMaster" Target="/ppt/slideMasters/slideMaster1.xml" Id="Rf088a9b8072d4440" /><Relationship Type="http://schemas.openxmlformats.org/officeDocument/2006/relationships/notesMaster" Target="/ppt/notesMasters/notesMaster1.xml" Id="R18d1ff9d4eaf4256" /><Relationship Type="http://schemas.openxmlformats.org/officeDocument/2006/relationships/presProps" Target="/ppt/presProps.xml" Id="R074db6d0c8044fad" /><Relationship Type="http://schemas.openxmlformats.org/officeDocument/2006/relationships/viewProps" Target="/ppt/viewProps.xml" Id="R76a9f6c3e83b43fd" /><Relationship Type="http://schemas.openxmlformats.org/officeDocument/2006/relationships/tableStyles" Target="/ppt/tableStyles.xml" Id="R09c6006182014718" /><Relationship Type="http://schemas.openxmlformats.org/officeDocument/2006/relationships/font" Target="/ppt/fonts/font.dat" Id="Rda5c4ceeb8184c6c" /><Relationship Type="http://schemas.openxmlformats.org/officeDocument/2006/relationships/font" Target="/ppt/fonts/font2.dat" Id="R6bd71705940f43eb" /><Relationship Type="http://schemas.openxmlformats.org/officeDocument/2006/relationships/font" Target="/ppt/fonts/font3.dat" Id="R0030f49c5d154f3a" /><Relationship Type="http://schemas.openxmlformats.org/officeDocument/2006/relationships/font" Target="/ppt/fonts/font4.dat" Id="R86eff9195a594ae2" /><Relationship Type="http://schemas.openxmlformats.org/officeDocument/2006/relationships/font" Target="/ppt/fonts/font5.dat" Id="R9f739c4748e841e3" /><Relationship Type="http://schemas.openxmlformats.org/officeDocument/2006/relationships/font" Target="/ppt/fonts/font6.dat" Id="R0b84aa9a36a14d4a" /><Relationship Type="http://schemas.openxmlformats.org/officeDocument/2006/relationships/slide" Target="/ppt/slides/slide1.xml" Id="Ree3accd7ba654d1f" /><Relationship Type="http://schemas.openxmlformats.org/officeDocument/2006/relationships/slide" Target="/ppt/slides/slide2.xml" Id="R00890b66818e4cb2" /><Relationship Type="http://schemas.openxmlformats.org/officeDocument/2006/relationships/slide" Target="/ppt/slides/slide3.xml" Id="R100ed8ec80344102" /><Relationship Type="http://schemas.openxmlformats.org/officeDocument/2006/relationships/slide" Target="/ppt/slides/slide4.xml" Id="Rcc74c06860234b46" /><Relationship Type="http://schemas.openxmlformats.org/officeDocument/2006/relationships/slide" Target="/ppt/slides/slide5.xml" Id="R7a932d70ea9a45c6" /><Relationship Type="http://schemas.openxmlformats.org/officeDocument/2006/relationships/slide" Target="/ppt/slides/slide6.xml" Id="R831fbd4945924d90" /><Relationship Type="http://schemas.openxmlformats.org/officeDocument/2006/relationships/slide" Target="/ppt/slides/slide7.xml" Id="R77a8cab01b3a4198" /><Relationship Type="http://schemas.openxmlformats.org/officeDocument/2006/relationships/slide" Target="/ppt/slides/slide8.xml" Id="R1256627742c54e7f" /><Relationship Type="http://schemas.openxmlformats.org/officeDocument/2006/relationships/slide" Target="/ppt/slides/slide9.xml" Id="Recb07d38276d47ed" /><Relationship Type="http://schemas.openxmlformats.org/officeDocument/2006/relationships/slide" Target="/ppt/slides/slide10.xml" Id="Rc35538a65d7948d9" /><Relationship Type="http://schemas.openxmlformats.org/officeDocument/2006/relationships/slide" Target="/ppt/slides/slide11.xml" Id="Rd3712789a8e141ae" /><Relationship Type="http://schemas.openxmlformats.org/officeDocument/2006/relationships/slide" Target="/ppt/slides/slide12.xml" Id="R13c2d28a10a04f7f" /><Relationship Type="http://schemas.openxmlformats.org/officeDocument/2006/relationships/slide" Target="/ppt/slides/slide13.xml" Id="R05720761203044bb" /><Relationship Type="http://schemas.openxmlformats.org/officeDocument/2006/relationships/slide" Target="/ppt/slides/slide14.xml" Id="Rccabaea705904f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03cdec774f43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48b51020aa455f" /><Relationship Type="http://schemas.openxmlformats.org/officeDocument/2006/relationships/notesMaster" Target="/ppt/notesMasters/notesMaster1.xml" Id="Rf43a1aedf33f4c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fa06ac48db4787" /><Relationship Type="http://schemas.openxmlformats.org/officeDocument/2006/relationships/notesMaster" Target="/ppt/notesMasters/notesMaster1.xml" Id="R911165c0471b4d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dfbc3153014a5d" /><Relationship Type="http://schemas.openxmlformats.org/officeDocument/2006/relationships/notesMaster" Target="/ppt/notesMasters/notesMaster1.xml" Id="R05291ff0839747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db91a7bb9d4c14" /><Relationship Type="http://schemas.openxmlformats.org/officeDocument/2006/relationships/notesMaster" Target="/ppt/notesMasters/notesMaster1.xml" Id="R617997fcd7044e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4700dca9264635" /><Relationship Type="http://schemas.openxmlformats.org/officeDocument/2006/relationships/notesMaster" Target="/ppt/notesMasters/notesMaster1.xml" Id="R53d302a4934349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24fcdd251548a5" /><Relationship Type="http://schemas.openxmlformats.org/officeDocument/2006/relationships/notesMaster" Target="/ppt/notesMasters/notesMaster1.xml" Id="Rb313c2959f874f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8894cea4804b6e" /><Relationship Type="http://schemas.openxmlformats.org/officeDocument/2006/relationships/notesMaster" Target="/ppt/notesMasters/notesMaster1.xml" Id="Re219551d002d43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51c3062db54f0f" /><Relationship Type="http://schemas.openxmlformats.org/officeDocument/2006/relationships/notesMaster" Target="/ppt/notesMasters/notesMaster1.xml" Id="R517dc661328b48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ebb8cd0f2b4f23" /><Relationship Type="http://schemas.openxmlformats.org/officeDocument/2006/relationships/notesMaster" Target="/ppt/notesMasters/notesMaster1.xml" Id="R1480928e39b24e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48e9d428f14789" /><Relationship Type="http://schemas.openxmlformats.org/officeDocument/2006/relationships/notesMaster" Target="/ppt/notesMasters/notesMaster1.xml" Id="Rb745cb9fce214b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17a049f56140af" /><Relationship Type="http://schemas.openxmlformats.org/officeDocument/2006/relationships/notesMaster" Target="/ppt/notesMasters/notesMaster1.xml" Id="Re8efc39a145643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a020ec4ea24afa" /><Relationship Type="http://schemas.openxmlformats.org/officeDocument/2006/relationships/notesMaster" Target="/ppt/notesMasters/notesMaster1.xml" Id="R6e1f14abbfa64b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f8781c2cd24d4e" /><Relationship Type="http://schemas.openxmlformats.org/officeDocument/2006/relationships/notesMaster" Target="/ppt/notesMasters/notesMaster1.xml" Id="R84327d7b9e2a47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0c2ed352454c6c" /><Relationship Type="http://schemas.openxmlformats.org/officeDocument/2006/relationships/notesMaster" Target="/ppt/notesMasters/notesMaster1.xml" Id="Rb03eae7c286e49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details remain placeholders at the owner's explicit request. Product: LeadNet. Proposed challenge: Sustainability &amp; Social Impact. Confirm registered team roster before submission.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explicit owner approval in the recovered session, 17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LeadNet helps citizens report civic problems, tracks the official response, and separates a claimed fix from citizen-verified resolution. The prototype focuses on one complete report-to-verification loop in Bengaluru.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Differentiation is the combined evidence, citizen quorum and published metric definitions. This is a proposed product distinction, not a claim that no competitor offers citizen confirmation. No unverified market statistics are used.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Local source implemented and checked; cloud work deferred by owner. Browser review pending.</a:t>
            </a:r>
            <a:endParaRPr/>
          </a:p>
          <a:p xmlns:a="http://schemas.openxmlformats.org/drawingml/2006/main">
            <a:pPr marL="0" lvl="0" indent="0" algn="l">
              <a:spcBef>
                <a:spcPts val="0"/>
              </a:spcBef>
              <a:spcAft>
                <a:spcPts val="0"/>
              </a:spcAft>
              <a:buNone/>
            </a:pPr>
            <a:r>
              <a:t>Feature architecture and source are implemented. A rendered UI review and live cloud/AI verification remain separate checks. Fictional leaders and projects are labelled demonstration records.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deterministic state machine governs every transition. Evidence observations are checked before an official claim advances. Citizen quorum is min(2, eligible), with at least one required vote. Silence never counts as confirmation.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graphic uses the shipped ward geometry and actual deterministic demo positions. The adjacent ledger is a native editable diagram of computed seed values. This slide is a mock diagram, not a screenshot and not measured municipal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a:p xmlns:a="http://schemas.openxmlformats.org/drawingml/2006/main">
            <a:pPr marL="0" lvl="0" indent="0" algn="l">
              <a:spcBef>
                <a:spcPts val="0"/>
              </a:spcBef>
              <a:spcAft>
                <a:spcPts val="0"/>
              </a:spcAft>
              <a:buNone/>
            </a:pPr>
            <a:r>
              <a:t>Source: apps/api/data/demo-seed-summary.json and apps/web/public/data/demo-city.json, generated by a deterministic dry run at 2026-10-17T08:00Z. Every issue, person, vote, budget and outcome is fictional demo data. No civic performance claim is made.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the implemented target architecture. Firebase Hosting would serve the SPA; /api would route to Cloud Run. Admin SDK owns mutations. Vertex uses a service account, not browser API keys. Cloud deployment and live model evaluation are deferred by owner; the current review continues locally.</a:t>
            </a:r>
            <a:endParaRPr/>
          </a:p>
          <a:p xmlns:a="http://schemas.openxmlformats.org/drawingml/2006/main">
            <a:pPr marL="0" lvl="0" indent="0" algn="l">
              <a:spcBef>
                <a:spcPts val="0"/>
              </a:spcBef>
              <a:spcAft>
                <a:spcPts val="0"/>
              </a:spcAft>
              <a:buNone/>
            </a:pPr>
            <a:r>
              <a:t>For Ask LeadNet, Gemini selects closed fact keys; code renders complete labelled bilingual values, units and sample sizes. Public AI projections exclude citizen transcripts and unapproved pre-edit prose. The deterministic core is inside the API, not another cloud service.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stack is present in the codebase. Service integration code is distinct from successful cloud deployment or a measured live model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No cloud invoice, capacity benchmark or pricing estimate is claimed. The owner chose to continue locally, deferring cloud spending and alert configuration. Cost drivers are architecture facts, not quoted prices.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template section remains an explicit readiness gap. Managed browser access was blocked in the current authoring environment. No fake screenshot was substituted. Add genuine product captures and rerender this deck before submitting.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docs/research/media.md and apps/web/public/samples/CREDITS.md. Licensed photographs are illustrations; synthetic audio is labelled. No generated screenshot is presented as the product.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figures on this slide are local integrity checks, not live model benchmarks. Cloud deployment and live model evaluation are deferred by owner. No Gemini category accuracy, duplicate precision/recall, evidence detection rate or latency is fabricated. A future live evaluation requires owner-directed resumption.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apps/api/data/demo-seed-summary.json and apps/web/public/data/demo-city.json, generated by a deterministic dry run at 2026-10-17T08:00Z. Every issue, person, vote, budget and outcome is fictional demo data. No civic performance claim is made.</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a:p xmlns:a="http://schemas.openxmlformats.org/drawingml/2006/main">
            <a:pPr marL="0" lvl="0" indent="0" algn="l">
              <a:spcBef>
                <a:spcPts val="0"/>
              </a:spcBef>
              <a:spcAft>
                <a:spcPts val="0"/>
              </a:spcAft>
              <a:buNone/>
            </a:pPr>
            <a:r>
              <a:t>Source: docs/research/media.md and apps/web/public/samples/CREDITS.md. Licensed photographs are illustrations; synthetic audio is labelled. No generated screenshot is presented as the product.</a:t>
            </a:r>
            <a:endParaRPr/>
          </a:p>
          <a:p xmlns:a="http://schemas.openxmlformats.org/drawingml/2006/main">
            <a:pPr marL="0" lvl="0" indent="0" algn="l">
              <a:spcBef>
                <a:spcPts val="0"/>
              </a:spcBef>
              <a:spcAft>
                <a:spcPts val="0"/>
              </a:spcAft>
              <a:buNone/>
            </a:pPr>
            <a:r>
              <a:t>Status: submission/status.json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Government integrations and real official verification are roadmap items. LeadNet is an independent prototype; seeded fictional leaders and budgets must not be mistaken for actual officials or public spending.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Links remain explicit placeholders until published and checked. No repository push/publication, video upload, contest submission or live deployment is implied by this deck.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prescribed template; current status in submission/status.json.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Original closing artwork retained unchanged.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prescribed AI Builder Cup submission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c1595f319147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6180c262f04b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bf4954019d4e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f116b179a249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4c74779ea14b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89fac471323453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4f597e714614be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ac2933cd80c4e7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d135262a145490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fc495e9209e47f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514b9fad3b9482e"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452FDB12-F3D4-4200-82BC-9F2CA27B9146}"/>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BA0568D4-0875-4D49-BCBC-B98707E37AE0}"/>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C545B762-17EB-43A7-94E4-BE7252DC9D9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DCD715A8-1646-4224-AA8E-5423D9A8D8DF}"/>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DE8136E7-401B-4E83-BC32-2381DD6C809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0097886C-6CEF-4CE2-B6DE-15D1EB72887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8E1AFB94-5B99-4221-BFD7-59F84695D6FE}"/>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9304A87F-C066-4E6B-B4CD-D9D56F4464D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640D6D62-5F70-48AE-8319-967A3B1812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A2980850-AD6C-4E60-A409-ACBC1A582A48}"/>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B1E95A50-B7DE-4503-8215-C3830E264DC9}"/>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3D71FAA4-3283-4D0E-9AAC-611E6471377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DF83DDB6-AB5D-4B85-BC0E-5AEC53459E5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9ACF2F4E-50AF-4AFE-B0CB-C3A19BE1DCC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F9247298-F0B8-4A74-B7AE-B55530953F1C}"/>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126B0001-244E-4EB4-A197-018A7E924546}"/>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74E14209-B926-4AC7-A9BD-8C100F87F2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3188A622-20CC-44A1-81B6-7BBAAD2FAD7F}"/>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DC7FDA35-3956-4B58-904D-142E673C66E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BCE83F38-F724-46BA-81C4-BBA8700658FE}"/>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99FCD4DC-AD8D-4D1A-AD8F-9E3EFEDDD93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2D313B6D-C6D8-49A3-A406-78980F3B515B}"/>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AA3A77C2-0461-4360-9BA9-D52230574187}"/>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0345DF89-C4D1-4906-AD6E-6B06E2FD499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D0CE302B-A546-43DA-B8AF-0C33BF63903E}"/>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461BDAAA-A96C-4071-8420-E77C5F5CF74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B38A3123-08FA-4E5B-81C9-3ABE4C59113E}"/>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33C04098-D554-409F-9305-94F0B8D61E6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8CCD3FE1-3C74-4AC1-8A44-6C7187776A4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12ACBB39-3D42-4584-B127-B629DEF5301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9f1f124cf44202" /><Relationship Type="http://schemas.openxmlformats.org/officeDocument/2006/relationships/slideLayout" Target="/ppt/slideLayouts/slideLayout1.xml" Id="R10d5eb880f114346" /><Relationship Type="http://schemas.openxmlformats.org/officeDocument/2006/relationships/slideLayout" Target="/ppt/slideLayouts/slideLayout2.xml" Id="R563907f015c14cf5" /><Relationship Type="http://schemas.openxmlformats.org/officeDocument/2006/relationships/slideLayout" Target="/ppt/slideLayouts/slideLayout3.xml" Id="R318a305dfe704ca7" /><Relationship Type="http://schemas.openxmlformats.org/officeDocument/2006/relationships/slideLayout" Target="/ppt/slideLayouts/slideLayout4.xml" Id="Ra7601d0a4f2f4964" /><Relationship Type="http://schemas.openxmlformats.org/officeDocument/2006/relationships/slideLayout" Target="/ppt/slideLayouts/slideLayout5.xml" Id="R3e83ec5fff3a4840" /><Relationship Type="http://schemas.openxmlformats.org/officeDocument/2006/relationships/slideLayout" Target="/ppt/slideLayouts/slideLayout6.xml" Id="R0750f6954b1a4295" /><Relationship Type="http://schemas.openxmlformats.org/officeDocument/2006/relationships/slideLayout" Target="/ppt/slideLayouts/slideLayout7.xml" Id="Re65b3c97e6cb4cb7" /><Relationship Type="http://schemas.openxmlformats.org/officeDocument/2006/relationships/slideLayout" Target="/ppt/slideLayouts/slideLayout8.xml" Id="R4a59deb8ade24900" /><Relationship Type="http://schemas.openxmlformats.org/officeDocument/2006/relationships/slideLayout" Target="/ppt/slideLayouts/slideLayout9.xml" Id="Rc1e103d5236e4635" /><Relationship Type="http://schemas.openxmlformats.org/officeDocument/2006/relationships/slideLayout" Target="/ppt/slideLayouts/slideLayout10.xml" Id="R42d50e9d11a74626" /><Relationship Type="http://schemas.openxmlformats.org/officeDocument/2006/relationships/slideLayout" Target="/ppt/slideLayouts/slideLayout11.xml" Id="R0ceedd86dd2c4acc"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3170A894-8C94-4422-9195-AC65EEACB70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363BF1C2-F391-4B33-982D-C544F7931AD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E0BD4F8-CE9F-4092-9930-3B6298F20DA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0d5eb880f114346"/>
    <p:sldLayoutId xmlns:r="http://schemas.openxmlformats.org/officeDocument/2006/relationships" id="2147483650" r:id="R563907f015c14cf5"/>
    <p:sldLayoutId xmlns:r="http://schemas.openxmlformats.org/officeDocument/2006/relationships" id="2147483651" r:id="R318a305dfe704ca7"/>
    <p:sldLayoutId xmlns:r="http://schemas.openxmlformats.org/officeDocument/2006/relationships" id="2147483652" r:id="Ra7601d0a4f2f4964"/>
    <p:sldLayoutId xmlns:r="http://schemas.openxmlformats.org/officeDocument/2006/relationships" id="2147483653" r:id="R3e83ec5fff3a4840"/>
    <p:sldLayoutId xmlns:r="http://schemas.openxmlformats.org/officeDocument/2006/relationships" id="2147483654" r:id="R0750f6954b1a4295"/>
    <p:sldLayoutId xmlns:r="http://schemas.openxmlformats.org/officeDocument/2006/relationships" id="2147483655" r:id="Re65b3c97e6cb4cb7"/>
    <p:sldLayoutId xmlns:r="http://schemas.openxmlformats.org/officeDocument/2006/relationships" id="2147483656" r:id="R4a59deb8ade24900"/>
    <p:sldLayoutId xmlns:r="http://schemas.openxmlformats.org/officeDocument/2006/relationships" id="2147483657" r:id="Rc1e103d5236e4635"/>
    <p:sldLayoutId xmlns:r="http://schemas.openxmlformats.org/officeDocument/2006/relationships" id="2147483658" r:id="R42d50e9d11a74626"/>
    <p:sldLayoutId xmlns:r="http://schemas.openxmlformats.org/officeDocument/2006/relationships" id="2147483659" r:id="R0ceedd86dd2c4ac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2a0538b3d540ad" /><Relationship Type="http://schemas.openxmlformats.org/officeDocument/2006/relationships/image" Target="/ppt/media/image.png" Id="R1922651087a3429f" /><Relationship Type="http://schemas.openxmlformats.org/officeDocument/2006/relationships/image" Target="/ppt/media/image2.png" Id="Rcfc1a22f88e84a16" /><Relationship Type="http://schemas.openxmlformats.org/officeDocument/2006/relationships/notesSlide" Target="/ppt/notesSlides/notesSlide1.xml" Id="Recf7cd82ee184c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e0276bcb0444f0" /><Relationship Type="http://schemas.openxmlformats.org/officeDocument/2006/relationships/image" Target="/ppt/media/image3.png" Id="R86e297f07057478f" /><Relationship Type="http://schemas.openxmlformats.org/officeDocument/2006/relationships/notesSlide" Target="/ppt/notesSlides/notesSlide2.xml" Id="Re2f6c4fb95dc4d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4b79cc447242b7" /><Relationship Type="http://schemas.openxmlformats.org/officeDocument/2006/relationships/image" Target="/ppt/media/image2.png" Id="Ra32125f4295b4a4f" /><Relationship Type="http://schemas.openxmlformats.org/officeDocument/2006/relationships/image" Target="/ppt/media/image3.png" Id="Rd5c59b095e6746a4" /><Relationship Type="http://schemas.openxmlformats.org/officeDocument/2006/relationships/notesSlide" Target="/ppt/notesSlides/notesSlide3.xml" Id="Reb20f1d7e9bf43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16b1bc2d6d4032" /><Relationship Type="http://schemas.openxmlformats.org/officeDocument/2006/relationships/image" Target="/ppt/media/image2.png" Id="R875e55f5b5b24931" /><Relationship Type="http://schemas.openxmlformats.org/officeDocument/2006/relationships/image" Target="/ppt/media/image3.png" Id="Rfeff693f2a9a42d0" /><Relationship Type="http://schemas.openxmlformats.org/officeDocument/2006/relationships/notesSlide" Target="/ppt/notesSlides/notesSlide4.xml" Id="R3fc4c57d0c7c4c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96b1474deb434c" /><Relationship Type="http://schemas.openxmlformats.org/officeDocument/2006/relationships/image" Target="/ppt/media/image2.png" Id="Re7fd62502de04628" /><Relationship Type="http://schemas.openxmlformats.org/officeDocument/2006/relationships/image" Target="/ppt/media/image3.png" Id="R18dfaff0b66f4381" /><Relationship Type="http://schemas.openxmlformats.org/officeDocument/2006/relationships/notesSlide" Target="/ppt/notesSlides/notesSlide5.xml" Id="Rc6d2f50771784f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4185fe1d884dd4" /><Relationship Type="http://schemas.openxmlformats.org/officeDocument/2006/relationships/image" Target="/ppt/media/image2.png" Id="Rcfae2c5ed4714559" /><Relationship Type="http://schemas.openxmlformats.org/officeDocument/2006/relationships/image" Target="/ppt/media/image3.png" Id="R35cdf3f6b5b94340" /><Relationship Type="http://schemas.openxmlformats.org/officeDocument/2006/relationships/image" Target="/ppt/media/image4.png" Id="Red65f6929edd42e9" /><Relationship Type="http://schemas.openxmlformats.org/officeDocument/2006/relationships/notesSlide" Target="/ppt/notesSlides/notesSlide6.xml" Id="R98304aa72bb14e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3b956c54c84dec" /><Relationship Type="http://schemas.openxmlformats.org/officeDocument/2006/relationships/image" Target="/ppt/media/image2.png" Id="R36446ecfcea24cf8" /><Relationship Type="http://schemas.openxmlformats.org/officeDocument/2006/relationships/image" Target="/ppt/media/image3.png" Id="Recf5ac47db5547f7" /><Relationship Type="http://schemas.openxmlformats.org/officeDocument/2006/relationships/notesSlide" Target="/ppt/notesSlides/notesSlide7.xml" Id="Rf1f99afc57bd45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8ec67fec5b41f9" /><Relationship Type="http://schemas.openxmlformats.org/officeDocument/2006/relationships/image" Target="/ppt/media/image2.png" Id="R90c3836806db448c" /><Relationship Type="http://schemas.openxmlformats.org/officeDocument/2006/relationships/image" Target="/ppt/media/image3.png" Id="R13a6ee5472ed4420" /><Relationship Type="http://schemas.openxmlformats.org/officeDocument/2006/relationships/notesSlide" Target="/ppt/notesSlides/notesSlide8.xml" Id="Re7ce4fbc9d8742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b5a5e5e28a4c9e" /><Relationship Type="http://schemas.openxmlformats.org/officeDocument/2006/relationships/image" Target="/ppt/media/image2.png" Id="R3f65e07566644d0a" /><Relationship Type="http://schemas.openxmlformats.org/officeDocument/2006/relationships/image" Target="/ppt/media/image3.png" Id="R955471b7d78e4e69" /><Relationship Type="http://schemas.openxmlformats.org/officeDocument/2006/relationships/notesSlide" Target="/ppt/notesSlides/notesSlide9.xml" Id="Rcc6ccde2d1c84c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18e7b234504691" /><Relationship Type="http://schemas.openxmlformats.org/officeDocument/2006/relationships/image" Target="/ppt/media/image2.png" Id="Rfa742a19c81e45bc" /><Relationship Type="http://schemas.openxmlformats.org/officeDocument/2006/relationships/image" Target="/ppt/media/image3.png" Id="R8f1a23fb5ae44abf" /><Relationship Type="http://schemas.openxmlformats.org/officeDocument/2006/relationships/notesSlide" Target="/ppt/notesSlides/notesSlide10.xml" Id="Rdd062dd148f94a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646bd48e58427e" /><Relationship Type="http://schemas.openxmlformats.org/officeDocument/2006/relationships/image" Target="/ppt/media/image2.png" Id="Rf4679848a0d14a97" /><Relationship Type="http://schemas.openxmlformats.org/officeDocument/2006/relationships/image" Target="/ppt/media/image3.png" Id="R1ebec971b71b4d88" /><Relationship Type="http://schemas.openxmlformats.org/officeDocument/2006/relationships/notesSlide" Target="/ppt/notesSlides/notesSlide11.xml" Id="R77c6a2cab41343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25a55da9694b20" /><Relationship Type="http://schemas.openxmlformats.org/officeDocument/2006/relationships/image" Target="/ppt/media/image2.png" Id="R6aa3a946e7df44aa" /><Relationship Type="http://schemas.openxmlformats.org/officeDocument/2006/relationships/image" Target="/ppt/media/image3.png" Id="Rceb1a64c92df4893" /><Relationship Type="http://schemas.openxmlformats.org/officeDocument/2006/relationships/notesSlide" Target="/ppt/notesSlides/notesSlide12.xml" Id="R0f32ad5dcdfc43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8dc1d5c4454461" /><Relationship Type="http://schemas.openxmlformats.org/officeDocument/2006/relationships/image" Target="/ppt/media/image2.png" Id="R45d8fbf1eef147fd" /><Relationship Type="http://schemas.openxmlformats.org/officeDocument/2006/relationships/image" Target="/ppt/media/image3.png" Id="Re5c3b3b7e9f4421c" /><Relationship Type="http://schemas.openxmlformats.org/officeDocument/2006/relationships/notesSlide" Target="/ppt/notesSlides/notesSlide13.xml" Id="R35038381ac414f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d37870cedc4ce3" /><Relationship Type="http://schemas.openxmlformats.org/officeDocument/2006/relationships/image" Target="/ppt/media/image2.png" Id="R4fb31298db3f47bf" /><Relationship Type="http://schemas.openxmlformats.org/officeDocument/2006/relationships/image" Target="/ppt/media/image5.png" Id="R4e7e664ebba54e2a" /><Relationship Type="http://schemas.openxmlformats.org/officeDocument/2006/relationships/notesSlide" Target="/ppt/notesSlides/notesSlide14.xml" Id="Re02bb42591e24b8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E53CE193-CD9E-4461-B117-40E5F0C4F7D1}"/>
              </a:ext>
            </a:extLst>
          </p:cNvPr>
          <p:cNvSpPr>
            <a:spLocks xmlns:a="http://schemas.openxmlformats.org/drawingml/2006/main" noGrp="1"/>
          </p:cNvSpPr>
          <p:nvPr/>
        </p:nvSpPr>
        <p:spPr>
          <a:xfrm xmlns:a="http://schemas.openxmlformats.org/drawingml/2006/main">
            <a:off x="146600" y="2902694"/>
            <a:ext cx="8760000" cy="200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100">
                <a:latin typeface="Google Sans Flex SemiBold"/>
                <a:ea typeface="Google Sans Flex SemiBold"/>
                <a:cs typeface="Google Sans Flex SemiBold"/>
              </a:rPr>
              <a:t>Team Details</a:t>
            </a:r>
            <a:endParaRPr sz="2100">
              <a:latin typeface="Google Sans Flex SemiBold"/>
              <a:ea typeface="Google Sans Flex SemiBold"/>
              <a:cs typeface="Google Sans Flex SemiBold"/>
            </a:endParaRPr>
          </a:p>
          <a:p xmlns:a="http://schemas.openxmlformats.org/drawingml/2006/main">
            <a:pPr marL="0" lvl="0" indent="0" algn="l">
              <a:spcBef>
                <a:spcPts val="0"/>
              </a:spcBef>
              <a:spcAft>
                <a:spcPts val="0"/>
              </a:spcAft>
              <a:buNone/>
            </a:pPr>
            <a:r>
              <a:t/>
            </a:r>
            <a:endParaRPr sz="1800">
              <a:latin typeface="Google Sans Flex Medium"/>
              <a:ea typeface="Google Sans Flex Medium"/>
              <a:cs typeface="Google Sans Flex Medium"/>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name: [Owner to fill]</a:t>
            </a:r>
            <a:endParaRPr sz="1800">
              <a:latin typeface="Google Sans Flex"/>
              <a:ea typeface="Google Sans Flex"/>
              <a:cs typeface="Google Sans Flex"/>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leader name: [Owner to fill]</a:t>
            </a:r>
            <a:endParaRPr sz="1800">
              <a:latin typeface="Google Sans Flex"/>
              <a:ea typeface="Google Sans Flex"/>
              <a:cs typeface="Google Sans Flex"/>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Problem Statement: [Owner to fill]</a:t>
            </a:r>
            <a:endParaRPr sz="1800">
              <a:latin typeface="Google Sans Flex"/>
              <a:ea typeface="Google Sans Flex"/>
              <a:cs typeface="Google Sans Flex"/>
            </a:endParaRPr>
          </a:p>
          <a:p xmlns:a="http://schemas.openxmlformats.org/drawingml/2006/main">
            <a:pPr marL="0" lvl="0" indent="0" algn="l">
              <a:spcBef>
                <a:spcPts val="0"/>
              </a:spcBef>
              <a:spcAft>
                <a:spcPts val="0"/>
              </a:spcAft>
              <a:buNone/>
            </a:pPr>
            <a:r>
              <a:t/>
            </a:r>
            <a:endParaRPr sz="1800">
              <a:latin typeface="Google Sans Flex Medium"/>
              <a:ea typeface="Google Sans Flex Medium"/>
              <a:cs typeface="Google Sans Flex Medium"/>
            </a:endParaRPr>
          </a:p>
        </p:txBody>
      </p:sp>
      <p:pic>
        <p:nvPicPr>
          <p:cNvPr id="55" name="Google Shape;55;p13">
            <a:extLst xmlns:a="http://schemas.openxmlformats.org/drawingml/2006/main">
              <a:ext uri="{FF2B5EF4-FFF2-40B4-BE49-F238E27FC236}">
                <a16:creationId xmlns:a16="http://schemas.microsoft.com/office/drawing/2014/main" id="{E1FD0BE4-8ED3-4EB9-8C76-0D3A8089751C}"/>
              </a:ext>
            </a:extLst>
          </p:cNvPr>
          <p:cNvPicPr>
            <a:picLocks xmlns:a="http://schemas.openxmlformats.org/drawingml/2006/main" noChangeAspect="1"/>
          </p:cNvPicPr>
          <p:nvPr/>
        </p:nvPicPr>
        <p:blipFill>
          <a:blip xmlns:r="http://schemas.openxmlformats.org/officeDocument/2006/relationships" xmlns:a="http://schemas.openxmlformats.org/drawingml/2006/main" r:embed="R1922651087a3429f">
            <a:alphaModFix/>
          </a:blip>
          <a:stretch xmlns:a="http://schemas.openxmlformats.org/drawingml/2006/main">
            <a:fillRect l="0" t="0" r="0" b="0"/>
          </a:stretch>
        </p:blipFill>
        <p:spPr>
          <a:xfrm xmlns:a="http://schemas.openxmlformats.org/drawingml/2006/main">
            <a:off x="0" y="-3"/>
            <a:ext cx="9144000" cy="2715526"/>
          </a:xfrm>
          <a:prstGeom xmlns:a="http://schemas.openxmlformats.org/drawingml/2006/main" prst="rect">
            <a:avLst/>
          </a:prstGeom>
          <a:ln xmlns:a="http://schemas.openxmlformats.org/drawingml/2006/main">
            <a:noFill/>
          </a:ln>
        </p:spPr>
      </p:pic>
      <p:pic>
        <p:nvPicPr>
          <p:cNvPr id="56" name="Google Shape;56;p13">
            <a:extLst xmlns:a="http://schemas.openxmlformats.org/drawingml/2006/main">
              <a:ext uri="{FF2B5EF4-FFF2-40B4-BE49-F238E27FC236}">
                <a16:creationId xmlns:a16="http://schemas.microsoft.com/office/drawing/2014/main" id="{8FB65066-12A5-45B8-8E1C-7D99D045AD0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fc1a22f88e84a16">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152018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9" name="Google Shape;69;p15">
            <a:extLst xmlns:a="http://schemas.openxmlformats.org/drawingml/2006/main">
              <a:ext uri="{FF2B5EF4-FFF2-40B4-BE49-F238E27FC236}">
                <a16:creationId xmlns:a16="http://schemas.microsoft.com/office/drawing/2014/main" id="{6D6A3C39-7D1A-439F-9913-7BDC00A73D38}"/>
              </a:ext>
            </a:extLst>
          </p:cNvPr>
          <p:cNvPicPr>
            <a:picLocks xmlns:a="http://schemas.openxmlformats.org/drawingml/2006/main" noChangeAspect="1"/>
          </p:cNvPicPr>
          <p:nvPr/>
        </p:nvPicPr>
        <p:blipFill>
          <a:blip xmlns:r="http://schemas.openxmlformats.org/officeDocument/2006/relationships" xmlns:a="http://schemas.openxmlformats.org/drawingml/2006/main" r:embed="R86e297f07057478f">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0" name="Google Shape;70;p15">
            <a:extLst xmlns:a="http://schemas.openxmlformats.org/drawingml/2006/main">
              <a:ext uri="{FF2B5EF4-FFF2-40B4-BE49-F238E27FC236}">
                <a16:creationId xmlns:a16="http://schemas.microsoft.com/office/drawing/2014/main" id="{3995FE00-DF42-4A55-AC40-E732B7826E5D}"/>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1" name="Google Shape;71;p15">
            <a:extLst xmlns:a="http://schemas.openxmlformats.org/drawingml/2006/main">
              <a:ext uri="{FF2B5EF4-FFF2-40B4-BE49-F238E27FC236}">
                <a16:creationId xmlns:a16="http://schemas.microsoft.com/office/drawing/2014/main" id="{E59AFF56-D34C-48E0-A707-8A5A6A37CD26}"/>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Brief about the idea</a:t>
            </a:r>
            <a:endParaRPr sz="1600">
              <a:latin typeface="Google Sans Flex Medium"/>
              <a:ea typeface="Google Sans Flex Medium"/>
              <a:cs typeface="Google Sans Flex Medium"/>
            </a:endParaRPr>
          </a:p>
        </p:txBody>
      </p:sp>
      <p:sp>
        <p:nvSpPr>
          <p:cNvPr id="72" name="product-name">
            <a:extLst xmlns:a="http://schemas.openxmlformats.org/drawingml/2006/main">
              <a:ext uri="{FF2B5EF4-FFF2-40B4-BE49-F238E27FC236}">
                <a16:creationId xmlns:a16="http://schemas.microsoft.com/office/drawing/2014/main" id="{6C9C919A-4547-465D-A25F-6B2FAFF2E1B3}"/>
              </a:ext>
            </a:extLst>
          </p:cNvPr>
          <p:cNvSpPr>
            <a:spLocks xmlns:a="http://schemas.openxmlformats.org/drawingml/2006/main" noGrp="1"/>
          </p:cNvSpPr>
          <p:nvPr/>
        </p:nvSpPr>
        <p:spPr>
          <a:xfrm xmlns:a="http://schemas.openxmlformats.org/drawingml/2006/main">
            <a:off x="495300" y="1352550"/>
            <a:ext cx="609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11111"/>
                </a:solidFill>
                <a:latin typeface="Google Sans Flex"/>
                <a:ea typeface="Google Sans Flex"/>
                <a:cs typeface="Google Sans Flex"/>
              </a:defRPr>
            </a:defPPr>
            <a:lvl1pPr>
              <a:defRPr sz="3000" b="1">
                <a:solidFill>
                  <a:srgbClr val="111111"/>
                </a:solidFill>
                <a:latin typeface="Google Sans Flex"/>
                <a:ea typeface="Google Sans Flex"/>
                <a:cs typeface="Google Sans Flex"/>
              </a:defRPr>
            </a:lvl1pPr>
            <a:lvl2pPr>
              <a:defRPr sz="3000" b="1">
                <a:solidFill>
                  <a:srgbClr val="111111"/>
                </a:solidFill>
                <a:latin typeface="Google Sans Flex"/>
                <a:ea typeface="Google Sans Flex"/>
                <a:cs typeface="Google Sans Flex"/>
              </a:defRPr>
            </a:lvl2pPr>
            <a:lvl3pPr>
              <a:defRPr sz="3000" b="1">
                <a:solidFill>
                  <a:srgbClr val="111111"/>
                </a:solidFill>
                <a:latin typeface="Google Sans Flex"/>
                <a:ea typeface="Google Sans Flex"/>
                <a:cs typeface="Google Sans Flex"/>
              </a:defRPr>
            </a:lvl3pPr>
            <a:lvl4pPr>
              <a:defRPr sz="3000" b="1">
                <a:solidFill>
                  <a:srgbClr val="111111"/>
                </a:solidFill>
                <a:latin typeface="Google Sans Flex"/>
                <a:ea typeface="Google Sans Flex"/>
                <a:cs typeface="Google Sans Flex"/>
              </a:defRPr>
            </a:lvl4pPr>
            <a:lvl5pPr>
              <a:defRPr sz="3000" b="1">
                <a:solidFill>
                  <a:srgbClr val="111111"/>
                </a:solidFill>
                <a:latin typeface="Google Sans Flex"/>
                <a:ea typeface="Google Sans Flex"/>
                <a:cs typeface="Google Sans Flex"/>
              </a:defRPr>
            </a:lvl5pPr>
            <a:lvl6pPr>
              <a:defRPr sz="3000" b="1">
                <a:solidFill>
                  <a:srgbClr val="111111"/>
                </a:solidFill>
                <a:latin typeface="Google Sans Flex"/>
                <a:ea typeface="Google Sans Flex"/>
                <a:cs typeface="Google Sans Flex"/>
              </a:defRPr>
            </a:lvl6pPr>
            <a:lvl7pPr>
              <a:defRPr sz="3000" b="1">
                <a:solidFill>
                  <a:srgbClr val="111111"/>
                </a:solidFill>
                <a:latin typeface="Google Sans Flex"/>
                <a:ea typeface="Google Sans Flex"/>
                <a:cs typeface="Google Sans Flex"/>
              </a:defRPr>
            </a:lvl7pPr>
            <a:lvl8pPr>
              <a:defRPr sz="3000" b="1">
                <a:solidFill>
                  <a:srgbClr val="111111"/>
                </a:solidFill>
                <a:latin typeface="Google Sans Flex"/>
                <a:ea typeface="Google Sans Flex"/>
                <a:cs typeface="Google Sans Flex"/>
              </a:defRPr>
            </a:lvl8pPr>
            <a:lvl9pPr>
              <a:defRPr sz="3000" b="1">
                <a:solidFill>
                  <a:srgbClr val="111111"/>
                </a:solidFill>
                <a:latin typeface="Google Sans Flex"/>
                <a:ea typeface="Google Sans Flex"/>
                <a:cs typeface="Google Sans Flex"/>
              </a:defRPr>
            </a:lvl9pPr>
          </a:lstStyle>
          <a:p xmlns:a="http://schemas.openxmlformats.org/drawingml/2006/main">
            <a:pPr>
              <a:defRPr sz="3000" b="1">
                <a:solidFill>
                  <a:srgbClr val="111111"/>
                </a:solidFill>
                <a:latin typeface="Google Sans Flex"/>
                <a:ea typeface="Google Sans Flex"/>
                <a:cs typeface="Google Sans Flex"/>
              </a:defRPr>
            </a:pPr>
            <a:r>
              <a:rPr sz="3000" b="1">
                <a:solidFill>
                  <a:srgbClr val="111111"/>
                </a:solidFill>
                <a:latin typeface="Google Sans Flex"/>
                <a:ea typeface="Google Sans Flex"/>
                <a:cs typeface="Google Sans Flex"/>
              </a:rPr>
              <a:t>LeadNet</a:t>
            </a:r>
          </a:p>
        </p:txBody>
      </p:sp>
      <p:sp>
        <p:nvSpPr>
          <p:cNvPr id="73" name="idea">
            <a:extLst xmlns:a="http://schemas.openxmlformats.org/drawingml/2006/main">
              <a:ext uri="{FF2B5EF4-FFF2-40B4-BE49-F238E27FC236}">
                <a16:creationId xmlns:a16="http://schemas.microsoft.com/office/drawing/2014/main" id="{1F991382-CD37-4DB6-AEB9-1EE4F6B68ABD}"/>
              </a:ext>
            </a:extLst>
          </p:cNvPr>
          <p:cNvSpPr>
            <a:spLocks xmlns:a="http://schemas.openxmlformats.org/drawingml/2006/main" noGrp="1"/>
          </p:cNvSpPr>
          <p:nvPr/>
        </p:nvSpPr>
        <p:spPr>
          <a:xfrm xmlns:a="http://schemas.openxmlformats.org/drawingml/2006/main">
            <a:off x="495300" y="2009775"/>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a:solidFill>
                  <a:srgbClr val="111111"/>
                </a:solidFill>
                <a:latin typeface="Google Sans Flex"/>
                <a:ea typeface="Google Sans Flex"/>
                <a:cs typeface="Google Sans Flex"/>
              </a:defRPr>
            </a:defPPr>
            <a:lvl1pPr>
              <a:defRPr sz="2325">
                <a:solidFill>
                  <a:srgbClr val="111111"/>
                </a:solidFill>
                <a:latin typeface="Google Sans Flex"/>
                <a:ea typeface="Google Sans Flex"/>
                <a:cs typeface="Google Sans Flex"/>
              </a:defRPr>
            </a:lvl1pPr>
            <a:lvl2pPr>
              <a:defRPr sz="2325">
                <a:solidFill>
                  <a:srgbClr val="111111"/>
                </a:solidFill>
                <a:latin typeface="Google Sans Flex"/>
                <a:ea typeface="Google Sans Flex"/>
                <a:cs typeface="Google Sans Flex"/>
              </a:defRPr>
            </a:lvl2pPr>
            <a:lvl3pPr>
              <a:defRPr sz="2325">
                <a:solidFill>
                  <a:srgbClr val="111111"/>
                </a:solidFill>
                <a:latin typeface="Google Sans Flex"/>
                <a:ea typeface="Google Sans Flex"/>
                <a:cs typeface="Google Sans Flex"/>
              </a:defRPr>
            </a:lvl3pPr>
            <a:lvl4pPr>
              <a:defRPr sz="2325">
                <a:solidFill>
                  <a:srgbClr val="111111"/>
                </a:solidFill>
                <a:latin typeface="Google Sans Flex"/>
                <a:ea typeface="Google Sans Flex"/>
                <a:cs typeface="Google Sans Flex"/>
              </a:defRPr>
            </a:lvl4pPr>
            <a:lvl5pPr>
              <a:defRPr sz="2325">
                <a:solidFill>
                  <a:srgbClr val="111111"/>
                </a:solidFill>
                <a:latin typeface="Google Sans Flex"/>
                <a:ea typeface="Google Sans Flex"/>
                <a:cs typeface="Google Sans Flex"/>
              </a:defRPr>
            </a:lvl5pPr>
            <a:lvl6pPr>
              <a:defRPr sz="2325">
                <a:solidFill>
                  <a:srgbClr val="111111"/>
                </a:solidFill>
                <a:latin typeface="Google Sans Flex"/>
                <a:ea typeface="Google Sans Flex"/>
                <a:cs typeface="Google Sans Flex"/>
              </a:defRPr>
            </a:lvl6pPr>
            <a:lvl7pPr>
              <a:defRPr sz="2325">
                <a:solidFill>
                  <a:srgbClr val="111111"/>
                </a:solidFill>
                <a:latin typeface="Google Sans Flex"/>
                <a:ea typeface="Google Sans Flex"/>
                <a:cs typeface="Google Sans Flex"/>
              </a:defRPr>
            </a:lvl7pPr>
            <a:lvl8pPr>
              <a:defRPr sz="2325">
                <a:solidFill>
                  <a:srgbClr val="111111"/>
                </a:solidFill>
                <a:latin typeface="Google Sans Flex"/>
                <a:ea typeface="Google Sans Flex"/>
                <a:cs typeface="Google Sans Flex"/>
              </a:defRPr>
            </a:lvl8pPr>
            <a:lvl9pPr>
              <a:defRPr sz="2325">
                <a:solidFill>
                  <a:srgbClr val="111111"/>
                </a:solidFill>
                <a:latin typeface="Google Sans Flex"/>
                <a:ea typeface="Google Sans Flex"/>
                <a:cs typeface="Google Sans Flex"/>
              </a:defRPr>
            </a:lvl9pPr>
          </a:lstStyle>
          <a:p xmlns:a="http://schemas.openxmlformats.org/drawingml/2006/main">
            <a:pPr>
              <a:defRPr sz="2325">
                <a:solidFill>
                  <a:srgbClr val="111111"/>
                </a:solidFill>
                <a:latin typeface="Google Sans Flex"/>
                <a:ea typeface="Google Sans Flex"/>
                <a:cs typeface="Google Sans Flex"/>
              </a:defRPr>
            </a:pPr>
            <a:r>
              <a:rPr sz="2325">
                <a:solidFill>
                  <a:srgbClr val="111111"/>
                </a:solidFill>
                <a:latin typeface="Google Sans Flex"/>
                <a:ea typeface="Google Sans Flex"/>
                <a:cs typeface="Google Sans Flex"/>
              </a:rPr>
              <a:t>Citizens verify the fix</a:t>
            </a:r>
          </a:p>
        </p:txBody>
      </p:sp>
      <p:sp>
        <p:nvSpPr>
          <p:cNvPr id="74" name="problem">
            <a:extLst xmlns:a="http://schemas.openxmlformats.org/drawingml/2006/main">
              <a:ext uri="{FF2B5EF4-FFF2-40B4-BE49-F238E27FC236}">
                <a16:creationId xmlns:a16="http://schemas.microsoft.com/office/drawing/2014/main" id="{00A5085D-1221-46D7-B612-9C15054D9C55}"/>
              </a:ext>
            </a:extLst>
          </p:cNvPr>
          <p:cNvSpPr>
            <a:spLocks xmlns:a="http://schemas.openxmlformats.org/drawingml/2006/main" noGrp="1"/>
          </p:cNvSpPr>
          <p:nvPr/>
        </p:nvSpPr>
        <p:spPr>
          <a:xfrm xmlns:a="http://schemas.openxmlformats.org/drawingml/2006/main">
            <a:off x="495300" y="2638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a:solidFill>
                  <a:srgbClr val="111111"/>
                </a:solidFill>
                <a:latin typeface="Google Sans Flex"/>
                <a:ea typeface="Google Sans Flex"/>
                <a:cs typeface="Google Sans Flex"/>
              </a:defRPr>
            </a:defPPr>
            <a:lvl1pPr>
              <a:defRPr sz="1725">
                <a:solidFill>
                  <a:srgbClr val="111111"/>
                </a:solidFill>
                <a:latin typeface="Google Sans Flex"/>
                <a:ea typeface="Google Sans Flex"/>
                <a:cs typeface="Google Sans Flex"/>
              </a:defRPr>
            </a:lvl1pPr>
            <a:lvl2pPr>
              <a:defRPr sz="1725">
                <a:solidFill>
                  <a:srgbClr val="111111"/>
                </a:solidFill>
                <a:latin typeface="Google Sans Flex"/>
                <a:ea typeface="Google Sans Flex"/>
                <a:cs typeface="Google Sans Flex"/>
              </a:defRPr>
            </a:lvl2pPr>
            <a:lvl3pPr>
              <a:defRPr sz="1725">
                <a:solidFill>
                  <a:srgbClr val="111111"/>
                </a:solidFill>
                <a:latin typeface="Google Sans Flex"/>
                <a:ea typeface="Google Sans Flex"/>
                <a:cs typeface="Google Sans Flex"/>
              </a:defRPr>
            </a:lvl3pPr>
            <a:lvl4pPr>
              <a:defRPr sz="1725">
                <a:solidFill>
                  <a:srgbClr val="111111"/>
                </a:solidFill>
                <a:latin typeface="Google Sans Flex"/>
                <a:ea typeface="Google Sans Flex"/>
                <a:cs typeface="Google Sans Flex"/>
              </a:defRPr>
            </a:lvl4pPr>
            <a:lvl5pPr>
              <a:defRPr sz="1725">
                <a:solidFill>
                  <a:srgbClr val="111111"/>
                </a:solidFill>
                <a:latin typeface="Google Sans Flex"/>
                <a:ea typeface="Google Sans Flex"/>
                <a:cs typeface="Google Sans Flex"/>
              </a:defRPr>
            </a:lvl5pPr>
            <a:lvl6pPr>
              <a:defRPr sz="1725">
                <a:solidFill>
                  <a:srgbClr val="111111"/>
                </a:solidFill>
                <a:latin typeface="Google Sans Flex"/>
                <a:ea typeface="Google Sans Flex"/>
                <a:cs typeface="Google Sans Flex"/>
              </a:defRPr>
            </a:lvl6pPr>
            <a:lvl7pPr>
              <a:defRPr sz="1725">
                <a:solidFill>
                  <a:srgbClr val="111111"/>
                </a:solidFill>
                <a:latin typeface="Google Sans Flex"/>
                <a:ea typeface="Google Sans Flex"/>
                <a:cs typeface="Google Sans Flex"/>
              </a:defRPr>
            </a:lvl7pPr>
            <a:lvl8pPr>
              <a:defRPr sz="1725">
                <a:solidFill>
                  <a:srgbClr val="111111"/>
                </a:solidFill>
                <a:latin typeface="Google Sans Flex"/>
                <a:ea typeface="Google Sans Flex"/>
                <a:cs typeface="Google Sans Flex"/>
              </a:defRPr>
            </a:lvl8pPr>
            <a:lvl9pPr>
              <a:defRPr sz="1725">
                <a:solidFill>
                  <a:srgbClr val="111111"/>
                </a:solidFill>
                <a:latin typeface="Google Sans Flex"/>
                <a:ea typeface="Google Sans Flex"/>
                <a:cs typeface="Google Sans Flex"/>
              </a:defRPr>
            </a:lvl9pPr>
          </a:lstStyle>
          <a:p xmlns:a="http://schemas.openxmlformats.org/drawingml/2006/main">
            <a:pPr>
              <a:defRPr sz="1725">
                <a:solidFill>
                  <a:srgbClr val="111111"/>
                </a:solidFill>
                <a:latin typeface="Google Sans Flex"/>
                <a:ea typeface="Google Sans Flex"/>
                <a:cs typeface="Google Sans Flex"/>
              </a:defRPr>
            </a:pPr>
            <a:r>
              <a:rPr sz="1725">
                <a:solidFill>
                  <a:srgbClr val="111111"/>
                </a:solidFill>
                <a:latin typeface="Google Sans Flex"/>
                <a:ea typeface="Google Sans Flex"/>
                <a:cs typeface="Google Sans Flex"/>
              </a:rPr>
              <a:t>A closed complaint alone does not show whether a street was repaired. LeadNet keeps the report, evidence, official claim and citizen verdict in one public record.</a:t>
            </a:r>
          </a:p>
        </p:txBody>
      </p:sp>
      <p:sp>
        <p:nvSpPr>
          <p:cNvPr id="75" name="separator">
            <a:extLst xmlns:a="http://schemas.openxmlformats.org/drawingml/2006/main">
              <a:ext uri="{FF2B5EF4-FFF2-40B4-BE49-F238E27FC236}">
                <a16:creationId xmlns:a16="http://schemas.microsoft.com/office/drawing/2014/main" id="{8E40C780-108A-4786-86F7-338531729CC9}"/>
              </a:ext>
            </a:extLst>
          </p:cNvPr>
          <p:cNvSpPr>
            <a:spLocks xmlns:a="http://schemas.openxmlformats.org/drawingml/2006/main" noGrp="1"/>
          </p:cNvSpPr>
          <p:nvPr/>
        </p:nvSpPr>
        <p:spPr>
          <a:xfrm xmlns:a="http://schemas.openxmlformats.org/drawingml/2006/main">
            <a:off x="495300" y="373380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76" name="three-facts">
            <a:extLst xmlns:a="http://schemas.openxmlformats.org/drawingml/2006/main">
              <a:ext uri="{FF2B5EF4-FFF2-40B4-BE49-F238E27FC236}">
                <a16:creationId xmlns:a16="http://schemas.microsoft.com/office/drawing/2014/main" id="{CF09E61A-563B-4DFC-ABD8-A53FBC3062E4}"/>
              </a:ext>
            </a:extLst>
          </p:cNvPr>
          <p:cNvSpPr>
            <a:spLocks xmlns:a="http://schemas.openxmlformats.org/drawingml/2006/main" noGrp="1"/>
          </p:cNvSpPr>
          <p:nvPr/>
        </p:nvSpPr>
        <p:spPr>
          <a:xfrm xmlns:a="http://schemas.openxmlformats.org/drawingml/2006/main">
            <a:off x="495300" y="3962400"/>
            <a:ext cx="815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Photo + voice reporting     Real ward assignment     Public outcome ledger</a:t>
            </a:r>
          </a:p>
        </p:txBody>
      </p:sp>
      <p:sp>
        <p:nvSpPr>
          <p:cNvPr id="77" name="scope">
            <a:extLst xmlns:a="http://schemas.openxmlformats.org/drawingml/2006/main">
              <a:ext uri="{FF2B5EF4-FFF2-40B4-BE49-F238E27FC236}">
                <a16:creationId xmlns:a16="http://schemas.microsoft.com/office/drawing/2014/main" id="{01B0113A-07BC-4594-B88A-E58C907AE4A2}"/>
              </a:ext>
            </a:extLst>
          </p:cNvPr>
          <p:cNvSpPr>
            <a:spLocks xmlns:a="http://schemas.openxmlformats.org/drawingml/2006/main" noGrp="1"/>
          </p:cNvSpPr>
          <p:nvPr/>
        </p:nvSpPr>
        <p:spPr>
          <a:xfrm xmlns:a="http://schemas.openxmlformats.org/drawingml/2006/main">
            <a:off x="495300" y="4476750"/>
            <a:ext cx="815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a:solidFill>
                  <a:srgbClr val="555555"/>
                </a:solidFill>
                <a:latin typeface="Google Sans Flex"/>
                <a:ea typeface="Google Sans Flex"/>
                <a:cs typeface="Google Sans Flex"/>
              </a:defRPr>
            </a:defPPr>
            <a:lvl1pPr>
              <a:defRPr sz="1125">
                <a:solidFill>
                  <a:srgbClr val="555555"/>
                </a:solidFill>
                <a:latin typeface="Google Sans Flex"/>
                <a:ea typeface="Google Sans Flex"/>
                <a:cs typeface="Google Sans Flex"/>
              </a:defRPr>
            </a:lvl1pPr>
            <a:lvl2pPr>
              <a:defRPr sz="1125">
                <a:solidFill>
                  <a:srgbClr val="555555"/>
                </a:solidFill>
                <a:latin typeface="Google Sans Flex"/>
                <a:ea typeface="Google Sans Flex"/>
                <a:cs typeface="Google Sans Flex"/>
              </a:defRPr>
            </a:lvl2pPr>
            <a:lvl3pPr>
              <a:defRPr sz="1125">
                <a:solidFill>
                  <a:srgbClr val="555555"/>
                </a:solidFill>
                <a:latin typeface="Google Sans Flex"/>
                <a:ea typeface="Google Sans Flex"/>
                <a:cs typeface="Google Sans Flex"/>
              </a:defRPr>
            </a:lvl3pPr>
            <a:lvl4pPr>
              <a:defRPr sz="1125">
                <a:solidFill>
                  <a:srgbClr val="555555"/>
                </a:solidFill>
                <a:latin typeface="Google Sans Flex"/>
                <a:ea typeface="Google Sans Flex"/>
                <a:cs typeface="Google Sans Flex"/>
              </a:defRPr>
            </a:lvl4pPr>
            <a:lvl5pPr>
              <a:defRPr sz="1125">
                <a:solidFill>
                  <a:srgbClr val="555555"/>
                </a:solidFill>
                <a:latin typeface="Google Sans Flex"/>
                <a:ea typeface="Google Sans Flex"/>
                <a:cs typeface="Google Sans Flex"/>
              </a:defRPr>
            </a:lvl5pPr>
            <a:lvl6pPr>
              <a:defRPr sz="1125">
                <a:solidFill>
                  <a:srgbClr val="555555"/>
                </a:solidFill>
                <a:latin typeface="Google Sans Flex"/>
                <a:ea typeface="Google Sans Flex"/>
                <a:cs typeface="Google Sans Flex"/>
              </a:defRPr>
            </a:lvl6pPr>
            <a:lvl7pPr>
              <a:defRPr sz="1125">
                <a:solidFill>
                  <a:srgbClr val="555555"/>
                </a:solidFill>
                <a:latin typeface="Google Sans Flex"/>
                <a:ea typeface="Google Sans Flex"/>
                <a:cs typeface="Google Sans Flex"/>
              </a:defRPr>
            </a:lvl7pPr>
            <a:lvl8pPr>
              <a:defRPr sz="1125">
                <a:solidFill>
                  <a:srgbClr val="555555"/>
                </a:solidFill>
                <a:latin typeface="Google Sans Flex"/>
                <a:ea typeface="Google Sans Flex"/>
                <a:cs typeface="Google Sans Flex"/>
              </a:defRPr>
            </a:lvl8pPr>
            <a:lvl9pPr>
              <a:defRPr sz="1125">
                <a:solidFill>
                  <a:srgbClr val="555555"/>
                </a:solidFill>
                <a:latin typeface="Google Sans Flex"/>
                <a:ea typeface="Google Sans Flex"/>
                <a:cs typeface="Google Sans Flex"/>
              </a:defRPr>
            </a:lvl9pPr>
          </a:lstStyle>
          <a:p xmlns:a="http://schemas.openxmlformats.org/drawingml/2006/main">
            <a:pPr>
              <a:defRPr sz="1125">
                <a:solidFill>
                  <a:srgbClr val="555555"/>
                </a:solidFill>
                <a:latin typeface="Google Sans Flex"/>
                <a:ea typeface="Google Sans Flex"/>
                <a:cs typeface="Google Sans Flex"/>
              </a:defRPr>
            </a:pPr>
            <a:r>
              <a:rPr sz="1125">
                <a:solidFill>
                  <a:srgbClr val="555555"/>
                </a:solidFill>
                <a:latin typeface="Google Sans Flex"/>
                <a:ea typeface="Google Sans Flex"/>
                <a:cs typeface="Google Sans Flex"/>
              </a:rPr>
              <a:t>Bengaluru prototype | Independent demonstration; no government endorsement</a:t>
            </a:r>
          </a:p>
        </p:txBody>
      </p:sp>
    </p:spTree>
    <p:extLst>
      <p:ext uri="{BB962C8B-B14F-4D97-AF65-F5344CB8AC3E}">
        <p14:creationId xmlns:p14="http://schemas.microsoft.com/office/powerpoint/2010/main" val="14552791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6">
            <a:extLst xmlns:a="http://schemas.openxmlformats.org/drawingml/2006/main">
              <a:ext uri="{FF2B5EF4-FFF2-40B4-BE49-F238E27FC236}">
                <a16:creationId xmlns:a16="http://schemas.microsoft.com/office/drawing/2014/main" id="{3D08B07C-7224-4DF6-B091-8D2D740EEEE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32125f4295b4a4f">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77" name="Google Shape;77;p16">
            <a:extLst xmlns:a="http://schemas.openxmlformats.org/drawingml/2006/main">
              <a:ext uri="{FF2B5EF4-FFF2-40B4-BE49-F238E27FC236}">
                <a16:creationId xmlns:a16="http://schemas.microsoft.com/office/drawing/2014/main" id="{23DF985E-0AF7-404D-8985-7B95A72C88B8}"/>
              </a:ext>
            </a:extLst>
          </p:cNvPr>
          <p:cNvPicPr>
            <a:picLocks xmlns:a="http://schemas.openxmlformats.org/drawingml/2006/main" noChangeAspect="1"/>
          </p:cNvPicPr>
          <p:nvPr/>
        </p:nvPicPr>
        <p:blipFill>
          <a:blip xmlns:r="http://schemas.openxmlformats.org/officeDocument/2006/relationships" xmlns:a="http://schemas.openxmlformats.org/drawingml/2006/main" r:embed="Rd5c59b095e6746a4">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8" name="Google Shape;78;p16">
            <a:extLst xmlns:a="http://schemas.openxmlformats.org/drawingml/2006/main">
              <a:ext uri="{FF2B5EF4-FFF2-40B4-BE49-F238E27FC236}">
                <a16:creationId xmlns:a16="http://schemas.microsoft.com/office/drawing/2014/main" id="{732522A2-BD54-4C9A-B181-C6363AA95D11}"/>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9" name="Google Shape;79;p16">
            <a:extLst xmlns:a="http://schemas.openxmlformats.org/drawingml/2006/main">
              <a:ext uri="{FF2B5EF4-FFF2-40B4-BE49-F238E27FC236}">
                <a16:creationId xmlns:a16="http://schemas.microsoft.com/office/drawing/2014/main" id="{6FDCE570-E240-4975-A909-E0937FE5BAB6}"/>
              </a:ext>
            </a:extLst>
          </p:cNvPr>
          <p:cNvSpPr>
            <a:spLocks xmlns:a="http://schemas.openxmlformats.org/drawingml/2006/main" noGrp="1"/>
          </p:cNvSpPr>
          <p:nvPr/>
        </p:nvSpPr>
        <p:spPr>
          <a:xfrm xmlns:a="http://schemas.openxmlformats.org/drawingml/2006/main">
            <a:off x="265367" y="663797"/>
            <a:ext cx="8572500"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95250" rIns="95250" bIns="95250" anchor="t">
            <a:noAutofit/>
          </a:bodyPr>
          <a:lstStyle xmlns:a="http://schemas.openxmlformats.org/drawingml/2006/main">
            <a:defPPr>
              <a:defRPr sz="1600">
                <a:solidFill>
                  <a:srgbClr val="111111"/>
                </a:solidFill>
                <a:latin typeface="Google Sans Flex Medium"/>
                <a:ea typeface="Google Sans Flex Medium"/>
                <a:cs typeface="Google Sans Flex Medium"/>
              </a:defRPr>
            </a:defPPr>
            <a:lvl1pPr>
              <a:defRPr sz="1600">
                <a:solidFill>
                  <a:srgbClr val="111111"/>
                </a:solidFill>
                <a:latin typeface="Google Sans Flex Medium"/>
                <a:ea typeface="Google Sans Flex Medium"/>
                <a:cs typeface="Google Sans Flex Medium"/>
              </a:defRPr>
            </a:lvl1pPr>
            <a:lvl2pPr>
              <a:defRPr sz="1600">
                <a:solidFill>
                  <a:srgbClr val="111111"/>
                </a:solidFill>
                <a:latin typeface="Google Sans Flex Medium"/>
                <a:ea typeface="Google Sans Flex Medium"/>
                <a:cs typeface="Google Sans Flex Medium"/>
              </a:defRPr>
            </a:lvl2pPr>
            <a:lvl3pPr>
              <a:defRPr sz="1600">
                <a:solidFill>
                  <a:srgbClr val="111111"/>
                </a:solidFill>
                <a:latin typeface="Google Sans Flex Medium"/>
                <a:ea typeface="Google Sans Flex Medium"/>
                <a:cs typeface="Google Sans Flex Medium"/>
              </a:defRPr>
            </a:lvl3pPr>
            <a:lvl4pPr>
              <a:defRPr sz="1600">
                <a:solidFill>
                  <a:srgbClr val="111111"/>
                </a:solidFill>
                <a:latin typeface="Google Sans Flex Medium"/>
                <a:ea typeface="Google Sans Flex Medium"/>
                <a:cs typeface="Google Sans Flex Medium"/>
              </a:defRPr>
            </a:lvl4pPr>
            <a:lvl5pPr>
              <a:defRPr sz="1600">
                <a:solidFill>
                  <a:srgbClr val="111111"/>
                </a:solidFill>
                <a:latin typeface="Google Sans Flex Medium"/>
                <a:ea typeface="Google Sans Flex Medium"/>
                <a:cs typeface="Google Sans Flex Medium"/>
              </a:defRPr>
            </a:lvl5pPr>
            <a:lvl6pPr>
              <a:defRPr sz="1600">
                <a:solidFill>
                  <a:srgbClr val="111111"/>
                </a:solidFill>
                <a:latin typeface="Google Sans Flex Medium"/>
                <a:ea typeface="Google Sans Flex Medium"/>
                <a:cs typeface="Google Sans Flex Medium"/>
              </a:defRPr>
            </a:lvl6pPr>
            <a:lvl7pPr>
              <a:defRPr sz="1600">
                <a:solidFill>
                  <a:srgbClr val="111111"/>
                </a:solidFill>
                <a:latin typeface="Google Sans Flex Medium"/>
                <a:ea typeface="Google Sans Flex Medium"/>
                <a:cs typeface="Google Sans Flex Medium"/>
              </a:defRPr>
            </a:lvl7pPr>
            <a:lvl8pPr>
              <a:defRPr sz="1600">
                <a:solidFill>
                  <a:srgbClr val="111111"/>
                </a:solidFill>
                <a:latin typeface="Google Sans Flex Medium"/>
                <a:ea typeface="Google Sans Flex Medium"/>
                <a:cs typeface="Google Sans Flex Medium"/>
              </a:defRPr>
            </a:lvl8pPr>
            <a:lvl9pPr>
              <a:defRPr sz="1600">
                <a:solidFill>
                  <a:srgbClr val="111111"/>
                </a:solidFill>
                <a:latin typeface="Google Sans Flex Medium"/>
                <a:ea typeface="Google Sans Flex Medium"/>
                <a:cs typeface="Google Sans Flex Medium"/>
              </a:defRPr>
            </a:lvl9pPr>
          </a:lstStyle>
          <a:p xmlns:a="http://schemas.openxmlformats.org/drawingml/2006/main">
            <a:pPr marL="0" lvl="0" indent="0" algn="l">
              <a:spcBef>
                <a:spcPts val="0"/>
              </a:spcBef>
              <a:spcAft>
                <a:spcPts val="0"/>
              </a:spcAft>
              <a:buNone/>
              <a:defRPr sz="1600">
                <a:solidFill>
                  <a:srgbClr val="111111"/>
                </a:solidFill>
                <a:latin typeface="Google Sans Flex Medium"/>
                <a:ea typeface="Google Sans Flex Medium"/>
                <a:cs typeface="Google Sans Flex Medium"/>
              </a:defRPr>
            </a:pPr>
            <a:r>
              <a:rPr sz="1600">
                <a:solidFill>
                  <a:srgbClr val="111111"/>
                </a:solidFill>
                <a:latin typeface="Google Sans Flex Medium"/>
                <a:ea typeface="Google Sans Flex Medium"/>
                <a:cs typeface="Google Sans Flex Medium"/>
              </a:rPr>
              <a:t>Opportunities</a:t>
            </a:r>
            <a:endParaRPr sz="1600">
              <a:latin typeface="Google Sans Flex SemiBold"/>
              <a:ea typeface="Google Sans Flex SemiBold"/>
              <a:cs typeface="Google Sans Flex SemiBold"/>
            </a:endParaRPr>
          </a:p>
        </p:txBody>
      </p:sp>
      <p:sp>
        <p:nvSpPr>
          <p:cNvPr id="80" name="op-label-0">
            <a:extLst xmlns:a="http://schemas.openxmlformats.org/drawingml/2006/main">
              <a:ext uri="{FF2B5EF4-FFF2-40B4-BE49-F238E27FC236}">
                <a16:creationId xmlns:a16="http://schemas.microsoft.com/office/drawing/2014/main" id="{4FB0C150-8035-47C2-9D7C-281E77FE4066}"/>
              </a:ext>
            </a:extLst>
          </p:cNvPr>
          <p:cNvSpPr>
            <a:spLocks xmlns:a="http://schemas.openxmlformats.org/drawingml/2006/main" noGrp="1"/>
          </p:cNvSpPr>
          <p:nvPr/>
        </p:nvSpPr>
        <p:spPr>
          <a:xfrm xmlns:a="http://schemas.openxmlformats.org/drawingml/2006/main">
            <a:off x="49530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Different by design</a:t>
            </a:r>
          </a:p>
        </p:txBody>
      </p:sp>
      <p:sp>
        <p:nvSpPr>
          <p:cNvPr id="81" name="op-heading-0">
            <a:extLst xmlns:a="http://schemas.openxmlformats.org/drawingml/2006/main">
              <a:ext uri="{FF2B5EF4-FFF2-40B4-BE49-F238E27FC236}">
                <a16:creationId xmlns:a16="http://schemas.microsoft.com/office/drawing/2014/main" id="{E9F1EB3C-A3E9-4635-B9C2-35ED8A3F0647}"/>
              </a:ext>
            </a:extLst>
          </p:cNvPr>
          <p:cNvSpPr>
            <a:spLocks xmlns:a="http://schemas.openxmlformats.org/drawingml/2006/main" noGrp="1"/>
          </p:cNvSpPr>
          <p:nvPr/>
        </p:nvSpPr>
        <p:spPr>
          <a:xfrm xmlns:a="http://schemas.openxmlformats.org/drawingml/2006/main">
            <a:off x="49530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Independent evidence review</a:t>
            </a:r>
          </a:p>
        </p:txBody>
      </p:sp>
      <p:sp>
        <p:nvSpPr>
          <p:cNvPr id="82" name="op-body-0">
            <a:extLst xmlns:a="http://schemas.openxmlformats.org/drawingml/2006/main">
              <a:ext uri="{FF2B5EF4-FFF2-40B4-BE49-F238E27FC236}">
                <a16:creationId xmlns:a16="http://schemas.microsoft.com/office/drawing/2014/main" id="{47F6DD5F-635A-4258-9592-3C2483984485}"/>
              </a:ext>
            </a:extLst>
          </p:cNvPr>
          <p:cNvSpPr>
            <a:spLocks xmlns:a="http://schemas.openxmlformats.org/drawingml/2006/main" noGrp="1"/>
          </p:cNvSpPr>
          <p:nvPr/>
        </p:nvSpPr>
        <p:spPr>
          <a:xfrm xmlns:a="http://schemas.openxmlformats.org/drawingml/2006/main">
            <a:off x="49530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Officials claim completion. Eligible citizens confirm or dispute it. The ledger preserves the gap.</a:t>
            </a:r>
          </a:p>
        </p:txBody>
      </p:sp>
      <p:sp>
        <p:nvSpPr>
          <p:cNvPr id="83" name="op-label-1">
            <a:extLst xmlns:a="http://schemas.openxmlformats.org/drawingml/2006/main">
              <a:ext uri="{FF2B5EF4-FFF2-40B4-BE49-F238E27FC236}">
                <a16:creationId xmlns:a16="http://schemas.microsoft.com/office/drawing/2014/main" id="{1A864994-F961-4FA2-9ED9-504F7F1ED80E}"/>
              </a:ext>
            </a:extLst>
          </p:cNvPr>
          <p:cNvSpPr>
            <a:spLocks xmlns:a="http://schemas.openxmlformats.org/drawingml/2006/main" noGrp="1"/>
          </p:cNvSpPr>
          <p:nvPr/>
        </p:nvSpPr>
        <p:spPr>
          <a:xfrm xmlns:a="http://schemas.openxmlformats.org/drawingml/2006/main">
            <a:off x="325755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How it helps</a:t>
            </a:r>
          </a:p>
        </p:txBody>
      </p:sp>
      <p:sp>
        <p:nvSpPr>
          <p:cNvPr id="84" name="op-heading-1">
            <a:extLst xmlns:a="http://schemas.openxmlformats.org/drawingml/2006/main">
              <a:ext uri="{FF2B5EF4-FFF2-40B4-BE49-F238E27FC236}">
                <a16:creationId xmlns:a16="http://schemas.microsoft.com/office/drawing/2014/main" id="{A635874E-33E0-4074-B478-8489078F4775}"/>
              </a:ext>
            </a:extLst>
          </p:cNvPr>
          <p:cNvSpPr>
            <a:spLocks xmlns:a="http://schemas.openxmlformats.org/drawingml/2006/main" noGrp="1"/>
          </p:cNvSpPr>
          <p:nvPr/>
        </p:nvSpPr>
        <p:spPr>
          <a:xfrm xmlns:a="http://schemas.openxmlformats.org/drawingml/2006/main">
            <a:off x="325755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One issue, one public history</a:t>
            </a:r>
          </a:p>
        </p:txBody>
      </p:sp>
      <p:sp>
        <p:nvSpPr>
          <p:cNvPr id="85" name="op-body-1">
            <a:extLst xmlns:a="http://schemas.openxmlformats.org/drawingml/2006/main">
              <a:ext uri="{FF2B5EF4-FFF2-40B4-BE49-F238E27FC236}">
                <a16:creationId xmlns:a16="http://schemas.microsoft.com/office/drawing/2014/main" id="{E400ABB2-4D37-46FC-8BB8-FA2CB75335B9}"/>
              </a:ext>
            </a:extLst>
          </p:cNvPr>
          <p:cNvSpPr>
            <a:spLocks xmlns:a="http://schemas.openxmlformats.org/drawingml/2006/main" noGrp="1"/>
          </p:cNvSpPr>
          <p:nvPr/>
        </p:nvSpPr>
        <p:spPr>
          <a:xfrm xmlns:a="http://schemas.openxmlformats.org/drawingml/2006/main">
            <a:off x="325755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Nearby reports join one canonical issue without deleting original reports. A ward queue makes responsibility visible.</a:t>
            </a:r>
          </a:p>
        </p:txBody>
      </p:sp>
      <p:sp>
        <p:nvSpPr>
          <p:cNvPr id="86" name="op-label-2">
            <a:extLst xmlns:a="http://schemas.openxmlformats.org/drawingml/2006/main">
              <a:ext uri="{FF2B5EF4-FFF2-40B4-BE49-F238E27FC236}">
                <a16:creationId xmlns:a16="http://schemas.microsoft.com/office/drawing/2014/main" id="{5FDD20A2-F165-49FB-8991-49107128EFFC}"/>
              </a:ext>
            </a:extLst>
          </p:cNvPr>
          <p:cNvSpPr>
            <a:spLocks xmlns:a="http://schemas.openxmlformats.org/drawingml/2006/main" noGrp="1"/>
          </p:cNvSpPr>
          <p:nvPr/>
        </p:nvSpPr>
        <p:spPr>
          <a:xfrm xmlns:a="http://schemas.openxmlformats.org/drawingml/2006/main">
            <a:off x="601980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Proposed USP</a:t>
            </a:r>
          </a:p>
        </p:txBody>
      </p:sp>
      <p:sp>
        <p:nvSpPr>
          <p:cNvPr id="87" name="op-heading-2">
            <a:extLst xmlns:a="http://schemas.openxmlformats.org/drawingml/2006/main">
              <a:ext uri="{FF2B5EF4-FFF2-40B4-BE49-F238E27FC236}">
                <a16:creationId xmlns:a16="http://schemas.microsoft.com/office/drawing/2014/main" id="{C7B1B3A0-A83E-4223-8C4F-8BE1D38C8B5A}"/>
              </a:ext>
            </a:extLst>
          </p:cNvPr>
          <p:cNvSpPr>
            <a:spLocks xmlns:a="http://schemas.openxmlformats.org/drawingml/2006/main" noGrp="1"/>
          </p:cNvSpPr>
          <p:nvPr/>
        </p:nvSpPr>
        <p:spPr>
          <a:xfrm xmlns:a="http://schemas.openxmlformats.org/drawingml/2006/main">
            <a:off x="601980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Bounded AI, auditable rules</a:t>
            </a:r>
          </a:p>
        </p:txBody>
      </p:sp>
      <p:sp>
        <p:nvSpPr>
          <p:cNvPr id="88" name="op-body-2">
            <a:extLst xmlns:a="http://schemas.openxmlformats.org/drawingml/2006/main">
              <a:ext uri="{FF2B5EF4-FFF2-40B4-BE49-F238E27FC236}">
                <a16:creationId xmlns:a16="http://schemas.microsoft.com/office/drawing/2014/main" id="{7BB9ED51-99F1-44E8-92A1-0152CDDCFAC2}"/>
              </a:ext>
            </a:extLst>
          </p:cNvPr>
          <p:cNvSpPr>
            <a:spLocks xmlns:a="http://schemas.openxmlformats.org/drawingml/2006/main" noGrp="1"/>
          </p:cNvSpPr>
          <p:nvPr/>
        </p:nvSpPr>
        <p:spPr>
          <a:xfrm xmlns:a="http://schemas.openxmlformats.org/drawingml/2006/main">
            <a:off x="601980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Gemini observes and drafts. Code owns routing, priority, deadlines, transitions, quorum and every published metric.</a:t>
            </a:r>
          </a:p>
        </p:txBody>
      </p:sp>
    </p:spTree>
    <p:extLst>
      <p:ext uri="{BB962C8B-B14F-4D97-AF65-F5344CB8AC3E}">
        <p14:creationId xmlns:p14="http://schemas.microsoft.com/office/powerpoint/2010/main" val="8231037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84" name="Google Shape;84;p17">
            <a:extLst xmlns:a="http://schemas.openxmlformats.org/drawingml/2006/main">
              <a:ext uri="{FF2B5EF4-FFF2-40B4-BE49-F238E27FC236}">
                <a16:creationId xmlns:a16="http://schemas.microsoft.com/office/drawing/2014/main" id="{1099FF2F-38A9-4CD7-A4A2-BDEE62A3B4B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75e55f5b5b24931">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85" name="Google Shape;85;p17">
            <a:extLst xmlns:a="http://schemas.openxmlformats.org/drawingml/2006/main">
              <a:ext uri="{FF2B5EF4-FFF2-40B4-BE49-F238E27FC236}">
                <a16:creationId xmlns:a16="http://schemas.microsoft.com/office/drawing/2014/main" id="{8412E7CC-4CCA-4B3C-8429-AC7F3ABCF033}"/>
              </a:ext>
            </a:extLst>
          </p:cNvPr>
          <p:cNvPicPr>
            <a:picLocks xmlns:a="http://schemas.openxmlformats.org/drawingml/2006/main" noChangeAspect="1"/>
          </p:cNvPicPr>
          <p:nvPr/>
        </p:nvPicPr>
        <p:blipFill>
          <a:blip xmlns:r="http://schemas.openxmlformats.org/officeDocument/2006/relationships" xmlns:a="http://schemas.openxmlformats.org/drawingml/2006/main" r:embed="Rfeff693f2a9a42d0">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86" name="Google Shape;86;p17">
            <a:extLst xmlns:a="http://schemas.openxmlformats.org/drawingml/2006/main">
              <a:ext uri="{FF2B5EF4-FFF2-40B4-BE49-F238E27FC236}">
                <a16:creationId xmlns:a16="http://schemas.microsoft.com/office/drawing/2014/main" id="{C9FA5EF0-51BE-4D3E-A265-735AE9DAE212}"/>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7" name="Google Shape;87;p17">
            <a:extLst xmlns:a="http://schemas.openxmlformats.org/drawingml/2006/main">
              <a:ext uri="{FF2B5EF4-FFF2-40B4-BE49-F238E27FC236}">
                <a16:creationId xmlns:a16="http://schemas.microsoft.com/office/drawing/2014/main" id="{38DCCB44-8864-4E39-9D78-7063B41BBAF4}"/>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List of features offered by the solution</a:t>
            </a:r>
            <a:endParaRPr sz="1600">
              <a:latin typeface="Google Sans Flex Medium"/>
              <a:ea typeface="Google Sans Flex Medium"/>
              <a:cs typeface="Google Sans Flex Medium"/>
            </a:endParaRPr>
          </a:p>
        </p:txBody>
      </p:sp>
      <p:sp>
        <p:nvSpPr>
          <p:cNvPr id="88" name="feature-0">
            <a:extLst xmlns:a="http://schemas.openxmlformats.org/drawingml/2006/main">
              <a:ext uri="{FF2B5EF4-FFF2-40B4-BE49-F238E27FC236}">
                <a16:creationId xmlns:a16="http://schemas.microsoft.com/office/drawing/2014/main" id="{ED977FE7-ED01-4A49-8232-D24548AD9F67}"/>
              </a:ext>
            </a:extLst>
          </p:cNvPr>
          <p:cNvSpPr>
            <a:spLocks xmlns:a="http://schemas.openxmlformats.org/drawingml/2006/main" noGrp="1"/>
          </p:cNvSpPr>
          <p:nvPr/>
        </p:nvSpPr>
        <p:spPr>
          <a:xfrm xmlns:a="http://schemas.openxmlformats.org/drawingml/2006/main">
            <a:off x="495300" y="14192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Report copilot</a:t>
            </a:r>
          </a:p>
        </p:txBody>
      </p:sp>
      <p:sp>
        <p:nvSpPr>
          <p:cNvPr id="89" name="feature-body-0">
            <a:extLst xmlns:a="http://schemas.openxmlformats.org/drawingml/2006/main">
              <a:ext uri="{FF2B5EF4-FFF2-40B4-BE49-F238E27FC236}">
                <a16:creationId xmlns:a16="http://schemas.microsoft.com/office/drawing/2014/main" id="{F632FCEB-B5E7-4317-B929-AFD19BDBBF07}"/>
              </a:ext>
            </a:extLst>
          </p:cNvPr>
          <p:cNvSpPr>
            <a:spLocks xmlns:a="http://schemas.openxmlformats.org/drawingml/2006/main" noGrp="1"/>
          </p:cNvSpPr>
          <p:nvPr/>
        </p:nvSpPr>
        <p:spPr>
          <a:xfrm xmlns:a="http://schemas.openxmlformats.org/drawingml/2006/main">
            <a:off x="495300" y="18002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Photo, voice or text; citizen confirms the draft.</a:t>
            </a:r>
          </a:p>
        </p:txBody>
      </p:sp>
      <p:sp>
        <p:nvSpPr>
          <p:cNvPr id="90" name="feature-1">
            <a:extLst xmlns:a="http://schemas.openxmlformats.org/drawingml/2006/main">
              <a:ext uri="{FF2B5EF4-FFF2-40B4-BE49-F238E27FC236}">
                <a16:creationId xmlns:a16="http://schemas.microsoft.com/office/drawing/2014/main" id="{02F696E5-2B70-43CA-9331-E1C6AB595B7B}"/>
              </a:ext>
            </a:extLst>
          </p:cNvPr>
          <p:cNvSpPr>
            <a:spLocks xmlns:a="http://schemas.openxmlformats.org/drawingml/2006/main" noGrp="1"/>
          </p:cNvSpPr>
          <p:nvPr/>
        </p:nvSpPr>
        <p:spPr>
          <a:xfrm xmlns:a="http://schemas.openxmlformats.org/drawingml/2006/main">
            <a:off x="4762500" y="14192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Ward routing + duplicate review</a:t>
            </a:r>
          </a:p>
        </p:txBody>
      </p:sp>
      <p:sp>
        <p:nvSpPr>
          <p:cNvPr id="91" name="feature-body-1">
            <a:extLst xmlns:a="http://schemas.openxmlformats.org/drawingml/2006/main">
              <a:ext uri="{FF2B5EF4-FFF2-40B4-BE49-F238E27FC236}">
                <a16:creationId xmlns:a16="http://schemas.microsoft.com/office/drawing/2014/main" id="{E6B1367E-5ECD-48E7-AB8D-C144F834F923}"/>
              </a:ext>
            </a:extLst>
          </p:cNvPr>
          <p:cNvSpPr>
            <a:spLocks xmlns:a="http://schemas.openxmlformats.org/drawingml/2006/main" noGrp="1"/>
          </p:cNvSpPr>
          <p:nvPr/>
        </p:nvSpPr>
        <p:spPr>
          <a:xfrm xmlns:a="http://schemas.openxmlformats.org/drawingml/2006/main">
            <a:off x="4762500" y="18002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Real polygons and distance checks before AI comparison.</a:t>
            </a:r>
          </a:p>
        </p:txBody>
      </p:sp>
      <p:sp>
        <p:nvSpPr>
          <p:cNvPr id="92" name="feature-2">
            <a:extLst xmlns:a="http://schemas.openxmlformats.org/drawingml/2006/main">
              <a:ext uri="{FF2B5EF4-FFF2-40B4-BE49-F238E27FC236}">
                <a16:creationId xmlns:a16="http://schemas.microsoft.com/office/drawing/2014/main" id="{3342105A-E20B-451B-BE5B-28947975DB7C}"/>
              </a:ext>
            </a:extLst>
          </p:cNvPr>
          <p:cNvSpPr>
            <a:spLocks xmlns:a="http://schemas.openxmlformats.org/drawingml/2006/main" noGrp="1"/>
          </p:cNvSpPr>
          <p:nvPr/>
        </p:nvSpPr>
        <p:spPr>
          <a:xfrm xmlns:a="http://schemas.openxmlformats.org/drawingml/2006/main">
            <a:off x="495300" y="24669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Live civic record</a:t>
            </a:r>
          </a:p>
        </p:txBody>
      </p:sp>
      <p:sp>
        <p:nvSpPr>
          <p:cNvPr id="93" name="feature-body-2">
            <a:extLst xmlns:a="http://schemas.openxmlformats.org/drawingml/2006/main">
              <a:ext uri="{FF2B5EF4-FFF2-40B4-BE49-F238E27FC236}">
                <a16:creationId xmlns:a16="http://schemas.microsoft.com/office/drawing/2014/main" id="{2F171B12-A03F-4D88-B626-FDEA077DC67B}"/>
              </a:ext>
            </a:extLst>
          </p:cNvPr>
          <p:cNvSpPr>
            <a:spLocks xmlns:a="http://schemas.openxmlformats.org/drawingml/2006/main" noGrp="1"/>
          </p:cNvSpPr>
          <p:nvPr/>
        </p:nvSpPr>
        <p:spPr>
          <a:xfrm xmlns:a="http://schemas.openxmlformats.org/drawingml/2006/main">
            <a:off x="495300" y="284797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Map, timeline, evidence, support, follow and Issue Pass.</a:t>
            </a:r>
          </a:p>
        </p:txBody>
      </p:sp>
      <p:sp>
        <p:nvSpPr>
          <p:cNvPr id="94" name="feature-3">
            <a:extLst xmlns:a="http://schemas.openxmlformats.org/drawingml/2006/main">
              <a:ext uri="{FF2B5EF4-FFF2-40B4-BE49-F238E27FC236}">
                <a16:creationId xmlns:a16="http://schemas.microsoft.com/office/drawing/2014/main" id="{9391D798-EAC1-49CA-B98D-6EFBB832DBB3}"/>
              </a:ext>
            </a:extLst>
          </p:cNvPr>
          <p:cNvSpPr>
            <a:spLocks xmlns:a="http://schemas.openxmlformats.org/drawingml/2006/main" noGrp="1"/>
          </p:cNvSpPr>
          <p:nvPr/>
        </p:nvSpPr>
        <p:spPr>
          <a:xfrm xmlns:a="http://schemas.openxmlformats.org/drawingml/2006/main">
            <a:off x="4762500" y="24669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Officer workflow</a:t>
            </a:r>
          </a:p>
        </p:txBody>
      </p:sp>
      <p:sp>
        <p:nvSpPr>
          <p:cNvPr id="95" name="feature-body-3">
            <a:extLst xmlns:a="http://schemas.openxmlformats.org/drawingml/2006/main">
              <a:ext uri="{FF2B5EF4-FFF2-40B4-BE49-F238E27FC236}">
                <a16:creationId xmlns:a16="http://schemas.microsoft.com/office/drawing/2014/main" id="{AE653B3E-17B8-4F58-8BA2-862B9BCC5778}"/>
              </a:ext>
            </a:extLst>
          </p:cNvPr>
          <p:cNvSpPr>
            <a:spLocks xmlns:a="http://schemas.openxmlformats.org/drawingml/2006/main" noGrp="1"/>
          </p:cNvSpPr>
          <p:nvPr/>
        </p:nvSpPr>
        <p:spPr>
          <a:xfrm xmlns:a="http://schemas.openxmlformats.org/drawingml/2006/main">
            <a:off x="4762500" y="284797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Acknowledge, start work, upload resolution evidence.</a:t>
            </a:r>
          </a:p>
        </p:txBody>
      </p:sp>
      <p:sp>
        <p:nvSpPr>
          <p:cNvPr id="96" name="feature-4">
            <a:extLst xmlns:a="http://schemas.openxmlformats.org/drawingml/2006/main">
              <a:ext uri="{FF2B5EF4-FFF2-40B4-BE49-F238E27FC236}">
                <a16:creationId xmlns:a16="http://schemas.microsoft.com/office/drawing/2014/main" id="{A3295F3F-CB3C-45E2-83F9-C50E6EB247BD}"/>
              </a:ext>
            </a:extLst>
          </p:cNvPr>
          <p:cNvSpPr>
            <a:spLocks xmlns:a="http://schemas.openxmlformats.org/drawingml/2006/main" noGrp="1"/>
          </p:cNvSpPr>
          <p:nvPr/>
        </p:nvSpPr>
        <p:spPr>
          <a:xfrm xmlns:a="http://schemas.openxmlformats.org/drawingml/2006/main">
            <a:off x="495300" y="35147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Citizen verification</a:t>
            </a:r>
          </a:p>
        </p:txBody>
      </p:sp>
      <p:sp>
        <p:nvSpPr>
          <p:cNvPr id="97" name="feature-body-4">
            <a:extLst xmlns:a="http://schemas.openxmlformats.org/drawingml/2006/main">
              <a:ext uri="{FF2B5EF4-FFF2-40B4-BE49-F238E27FC236}">
                <a16:creationId xmlns:a16="http://schemas.microsoft.com/office/drawing/2014/main" id="{8C82AE21-C045-4E70-8F59-3EA55B87DD98}"/>
              </a:ext>
            </a:extLst>
          </p:cNvPr>
          <p:cNvSpPr>
            <a:spLocks xmlns:a="http://schemas.openxmlformats.org/drawingml/2006/main" noGrp="1"/>
          </p:cNvSpPr>
          <p:nvPr/>
        </p:nvSpPr>
        <p:spPr>
          <a:xfrm xmlns:a="http://schemas.openxmlformats.org/drawingml/2006/main">
            <a:off x="495300" y="38957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Eligible votes confirm the fix or reopen the issue.</a:t>
            </a:r>
          </a:p>
        </p:txBody>
      </p:sp>
      <p:sp>
        <p:nvSpPr>
          <p:cNvPr id="98" name="feature-5">
            <a:extLst xmlns:a="http://schemas.openxmlformats.org/drawingml/2006/main">
              <a:ext uri="{FF2B5EF4-FFF2-40B4-BE49-F238E27FC236}">
                <a16:creationId xmlns:a16="http://schemas.microsoft.com/office/drawing/2014/main" id="{E255AEC0-AE84-4171-916C-101EEA5C05D3}"/>
              </a:ext>
            </a:extLst>
          </p:cNvPr>
          <p:cNvSpPr>
            <a:spLocks xmlns:a="http://schemas.openxmlformats.org/drawingml/2006/main" noGrp="1"/>
          </p:cNvSpPr>
          <p:nvPr/>
        </p:nvSpPr>
        <p:spPr>
          <a:xfrm xmlns:a="http://schemas.openxmlformats.org/drawingml/2006/main">
            <a:off x="4762500" y="35147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Outcome ledger</a:t>
            </a:r>
          </a:p>
        </p:txBody>
      </p:sp>
      <p:sp>
        <p:nvSpPr>
          <p:cNvPr id="99" name="feature-body-5">
            <a:extLst xmlns:a="http://schemas.openxmlformats.org/drawingml/2006/main">
              <a:ext uri="{FF2B5EF4-FFF2-40B4-BE49-F238E27FC236}">
                <a16:creationId xmlns:a16="http://schemas.microsoft.com/office/drawing/2014/main" id="{3B976539-A5B1-47FD-A528-94E6CC382A19}"/>
              </a:ext>
            </a:extLst>
          </p:cNvPr>
          <p:cNvSpPr>
            <a:spLocks xmlns:a="http://schemas.openxmlformats.org/drawingml/2006/main" noGrp="1"/>
          </p:cNvSpPr>
          <p:nvPr/>
        </p:nvSpPr>
        <p:spPr>
          <a:xfrm xmlns:a="http://schemas.openxmlformats.org/drawingml/2006/main">
            <a:off x="4762500" y="38957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Claimed versus verified, SLA and reopen metrics with definitions.</a:t>
            </a:r>
          </a:p>
        </p:txBody>
      </p:sp>
      <p:sp>
        <p:nvSpPr>
          <p:cNvPr id="100" name="readiness">
            <a:extLst xmlns:a="http://schemas.openxmlformats.org/drawingml/2006/main">
              <a:ext uri="{FF2B5EF4-FFF2-40B4-BE49-F238E27FC236}">
                <a16:creationId xmlns:a16="http://schemas.microsoft.com/office/drawing/2014/main" id="{6F354A09-179A-4401-AFF1-5765850892F6}"/>
              </a:ext>
            </a:extLst>
          </p:cNvPr>
          <p:cNvSpPr>
            <a:spLocks xmlns:a="http://schemas.openxmlformats.org/drawingml/2006/main" noGrp="1"/>
          </p:cNvSpPr>
          <p:nvPr/>
        </p:nvSpPr>
        <p:spPr>
          <a:xfrm xmlns:a="http://schemas.openxmlformats.org/drawingml/2006/main">
            <a:off x="495300" y="4667250"/>
            <a:ext cx="815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
                <a:solidFill>
                  <a:srgbClr val="555555"/>
                </a:solidFill>
                <a:latin typeface="Google Sans Flex"/>
                <a:ea typeface="Google Sans Flex"/>
                <a:cs typeface="Google Sans Flex"/>
              </a:defRPr>
            </a:defPPr>
            <a:lvl1pPr>
              <a:defRPr sz="975">
                <a:solidFill>
                  <a:srgbClr val="555555"/>
                </a:solidFill>
                <a:latin typeface="Google Sans Flex"/>
                <a:ea typeface="Google Sans Flex"/>
                <a:cs typeface="Google Sans Flex"/>
              </a:defRPr>
            </a:lvl1pPr>
            <a:lvl2pPr>
              <a:defRPr sz="975">
                <a:solidFill>
                  <a:srgbClr val="555555"/>
                </a:solidFill>
                <a:latin typeface="Google Sans Flex"/>
                <a:ea typeface="Google Sans Flex"/>
                <a:cs typeface="Google Sans Flex"/>
              </a:defRPr>
            </a:lvl2pPr>
            <a:lvl3pPr>
              <a:defRPr sz="975">
                <a:solidFill>
                  <a:srgbClr val="555555"/>
                </a:solidFill>
                <a:latin typeface="Google Sans Flex"/>
                <a:ea typeface="Google Sans Flex"/>
                <a:cs typeface="Google Sans Flex"/>
              </a:defRPr>
            </a:lvl3pPr>
            <a:lvl4pPr>
              <a:defRPr sz="975">
                <a:solidFill>
                  <a:srgbClr val="555555"/>
                </a:solidFill>
                <a:latin typeface="Google Sans Flex"/>
                <a:ea typeface="Google Sans Flex"/>
                <a:cs typeface="Google Sans Flex"/>
              </a:defRPr>
            </a:lvl4pPr>
            <a:lvl5pPr>
              <a:defRPr sz="975">
                <a:solidFill>
                  <a:srgbClr val="555555"/>
                </a:solidFill>
                <a:latin typeface="Google Sans Flex"/>
                <a:ea typeface="Google Sans Flex"/>
                <a:cs typeface="Google Sans Flex"/>
              </a:defRPr>
            </a:lvl5pPr>
            <a:lvl6pPr>
              <a:defRPr sz="975">
                <a:solidFill>
                  <a:srgbClr val="555555"/>
                </a:solidFill>
                <a:latin typeface="Google Sans Flex"/>
                <a:ea typeface="Google Sans Flex"/>
                <a:cs typeface="Google Sans Flex"/>
              </a:defRPr>
            </a:lvl6pPr>
            <a:lvl7pPr>
              <a:defRPr sz="975">
                <a:solidFill>
                  <a:srgbClr val="555555"/>
                </a:solidFill>
                <a:latin typeface="Google Sans Flex"/>
                <a:ea typeface="Google Sans Flex"/>
                <a:cs typeface="Google Sans Flex"/>
              </a:defRPr>
            </a:lvl7pPr>
            <a:lvl8pPr>
              <a:defRPr sz="975">
                <a:solidFill>
                  <a:srgbClr val="555555"/>
                </a:solidFill>
                <a:latin typeface="Google Sans Flex"/>
                <a:ea typeface="Google Sans Flex"/>
                <a:cs typeface="Google Sans Flex"/>
              </a:defRPr>
            </a:lvl8pPr>
            <a:lvl9pPr>
              <a:defRPr sz="975">
                <a:solidFill>
                  <a:srgbClr val="555555"/>
                </a:solidFill>
                <a:latin typeface="Google Sans Flex"/>
                <a:ea typeface="Google Sans Flex"/>
                <a:cs typeface="Google Sans Flex"/>
              </a:defRPr>
            </a:lvl9pPr>
          </a:lstStyle>
          <a:p xmlns:a="http://schemas.openxmlformats.org/drawingml/2006/main">
            <a:pPr>
              <a:defRPr sz="975">
                <a:solidFill>
                  <a:srgbClr val="555555"/>
                </a:solidFill>
                <a:latin typeface="Google Sans Flex"/>
                <a:ea typeface="Google Sans Flex"/>
                <a:cs typeface="Google Sans Flex"/>
              </a:defRPr>
            </a:pPr>
            <a:r>
              <a:rPr sz="975">
                <a:solidFill>
                  <a:srgbClr val="555555"/>
                </a:solidFill>
                <a:latin typeface="Google Sans Flex"/>
                <a:ea typeface="Google Sans Flex"/>
                <a:cs typeface="Google Sans Flex"/>
              </a:rPr>
              <a:t>Local source implemented and checked; cloud work deferred by owner. Browser review pending.</a:t>
            </a:r>
          </a:p>
        </p:txBody>
      </p:sp>
    </p:spTree>
    <p:extLst>
      <p:ext uri="{BB962C8B-B14F-4D97-AF65-F5344CB8AC3E}">
        <p14:creationId xmlns:p14="http://schemas.microsoft.com/office/powerpoint/2010/main" val="108372538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92" name="Google Shape;92;p18">
            <a:extLst xmlns:a="http://schemas.openxmlformats.org/drawingml/2006/main">
              <a:ext uri="{FF2B5EF4-FFF2-40B4-BE49-F238E27FC236}">
                <a16:creationId xmlns:a16="http://schemas.microsoft.com/office/drawing/2014/main" id="{96FA5BF6-65B6-4FAB-B8EA-09CF0FE12E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7fd62502de04628">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93" name="Google Shape;93;p18">
            <a:extLst xmlns:a="http://schemas.openxmlformats.org/drawingml/2006/main">
              <a:ext uri="{FF2B5EF4-FFF2-40B4-BE49-F238E27FC236}">
                <a16:creationId xmlns:a16="http://schemas.microsoft.com/office/drawing/2014/main" id="{F8F3B1EA-05AB-4286-91A0-154823B6CA9F}"/>
              </a:ext>
            </a:extLst>
          </p:cNvPr>
          <p:cNvPicPr>
            <a:picLocks xmlns:a="http://schemas.openxmlformats.org/drawingml/2006/main" noChangeAspect="1"/>
          </p:cNvPicPr>
          <p:nvPr/>
        </p:nvPicPr>
        <p:blipFill>
          <a:blip xmlns:r="http://schemas.openxmlformats.org/officeDocument/2006/relationships" xmlns:a="http://schemas.openxmlformats.org/drawingml/2006/main" r:embed="R18dfaff0b66f4381">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94" name="Google Shape;94;p18">
            <a:extLst xmlns:a="http://schemas.openxmlformats.org/drawingml/2006/main">
              <a:ext uri="{FF2B5EF4-FFF2-40B4-BE49-F238E27FC236}">
                <a16:creationId xmlns:a16="http://schemas.microsoft.com/office/drawing/2014/main" id="{E760946D-26C4-4B5D-B988-83A2DCFEDA00}"/>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95" name="Google Shape;95;p18">
            <a:extLst xmlns:a="http://schemas.openxmlformats.org/drawingml/2006/main">
              <a:ext uri="{FF2B5EF4-FFF2-40B4-BE49-F238E27FC236}">
                <a16:creationId xmlns:a16="http://schemas.microsoft.com/office/drawing/2014/main" id="{CD0672E3-1B97-45F2-9D7E-B996C3C9EDD6}"/>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Process flow diagram or Use-case diagram</a:t>
            </a:r>
            <a:endParaRPr sz="1600">
              <a:latin typeface="Google Sans Flex Medium"/>
              <a:ea typeface="Google Sans Flex Medium"/>
              <a:cs typeface="Google Sans Flex Medium"/>
            </a:endParaRPr>
          </a:p>
        </p:txBody>
      </p:sp>
      <p:sp>
        <p:nvSpPr>
          <p:cNvPr id="96" name="step-0">
            <a:extLst xmlns:a="http://schemas.openxmlformats.org/drawingml/2006/main">
              <a:ext uri="{FF2B5EF4-FFF2-40B4-BE49-F238E27FC236}">
                <a16:creationId xmlns:a16="http://schemas.microsoft.com/office/drawing/2014/main" id="{1DC1AD0A-3446-4FC3-A33A-2751AAA0755F}"/>
              </a:ext>
            </a:extLst>
          </p:cNvPr>
          <p:cNvSpPr>
            <a:spLocks xmlns:a="http://schemas.openxmlformats.org/drawingml/2006/main" noGrp="1"/>
          </p:cNvSpPr>
          <p:nvPr/>
        </p:nvSpPr>
        <p:spPr>
          <a:xfrm xmlns:a="http://schemas.openxmlformats.org/drawingml/2006/main">
            <a:off x="4953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97" name="step-head-0">
            <a:extLst xmlns:a="http://schemas.openxmlformats.org/drawingml/2006/main">
              <a:ext uri="{FF2B5EF4-FFF2-40B4-BE49-F238E27FC236}">
                <a16:creationId xmlns:a16="http://schemas.microsoft.com/office/drawing/2014/main" id="{875182B6-E776-4997-A50C-C1E95DBB98C8}"/>
              </a:ext>
            </a:extLst>
          </p:cNvPr>
          <p:cNvSpPr>
            <a:spLocks xmlns:a="http://schemas.openxmlformats.org/drawingml/2006/main" noGrp="1"/>
          </p:cNvSpPr>
          <p:nvPr/>
        </p:nvSpPr>
        <p:spPr>
          <a:xfrm xmlns:a="http://schemas.openxmlformats.org/drawingml/2006/main">
            <a:off x="6096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Report</a:t>
            </a:r>
          </a:p>
        </p:txBody>
      </p:sp>
      <p:sp>
        <p:nvSpPr>
          <p:cNvPr id="98" name="step-copy-0">
            <a:extLst xmlns:a="http://schemas.openxmlformats.org/drawingml/2006/main">
              <a:ext uri="{FF2B5EF4-FFF2-40B4-BE49-F238E27FC236}">
                <a16:creationId xmlns:a16="http://schemas.microsoft.com/office/drawing/2014/main" id="{D119A051-BC74-40CB-90B9-93866C504784}"/>
              </a:ext>
            </a:extLst>
          </p:cNvPr>
          <p:cNvSpPr>
            <a:spLocks xmlns:a="http://schemas.openxmlformats.org/drawingml/2006/main" noGrp="1"/>
          </p:cNvSpPr>
          <p:nvPr/>
        </p:nvSpPr>
        <p:spPr>
          <a:xfrm xmlns:a="http://schemas.openxmlformats.org/drawingml/2006/main">
            <a:off x="6096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Photo, voice, text</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Citizen confirms</a:t>
            </a:r>
          </a:p>
        </p:txBody>
      </p:sp>
      <p:sp>
        <p:nvSpPr>
          <p:cNvPr id="99" name="">
            <a:extLst xmlns:a="http://schemas.openxmlformats.org/drawingml/2006/main">
              <a:ext uri="{FF2B5EF4-FFF2-40B4-BE49-F238E27FC236}">
                <a16:creationId xmlns:a16="http://schemas.microsoft.com/office/drawing/2014/main" id="{4D4D6E4B-FE9C-4B1C-8DA3-E45CEA6A55DD}"/>
              </a:ext>
            </a:extLst>
          </p:cNvPr>
          <p:cNvSpPr>
            <a:spLocks xmlns:a="http://schemas.openxmlformats.org/drawingml/2006/main" noGrp="1"/>
          </p:cNvSpPr>
          <p:nvPr/>
        </p:nvSpPr>
        <p:spPr>
          <a:xfrm xmlns:a="http://schemas.openxmlformats.org/drawingml/2006/main">
            <a:off x="199072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0" name="step-1">
            <a:extLst xmlns:a="http://schemas.openxmlformats.org/drawingml/2006/main">
              <a:ext uri="{FF2B5EF4-FFF2-40B4-BE49-F238E27FC236}">
                <a16:creationId xmlns:a16="http://schemas.microsoft.com/office/drawing/2014/main" id="{3B28E883-F4F0-4D2A-925B-57E917F924A2}"/>
              </a:ext>
            </a:extLst>
          </p:cNvPr>
          <p:cNvSpPr>
            <a:spLocks xmlns:a="http://schemas.openxmlformats.org/drawingml/2006/main" noGrp="1"/>
          </p:cNvSpPr>
          <p:nvPr/>
        </p:nvSpPr>
        <p:spPr>
          <a:xfrm xmlns:a="http://schemas.openxmlformats.org/drawingml/2006/main">
            <a:off x="215265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1" name="step-head-1">
            <a:extLst xmlns:a="http://schemas.openxmlformats.org/drawingml/2006/main">
              <a:ext uri="{FF2B5EF4-FFF2-40B4-BE49-F238E27FC236}">
                <a16:creationId xmlns:a16="http://schemas.microsoft.com/office/drawing/2014/main" id="{1A5634E9-C921-4628-9FFE-90FEF0FABE5F}"/>
              </a:ext>
            </a:extLst>
          </p:cNvPr>
          <p:cNvSpPr>
            <a:spLocks xmlns:a="http://schemas.openxmlformats.org/drawingml/2006/main" noGrp="1"/>
          </p:cNvSpPr>
          <p:nvPr/>
        </p:nvSpPr>
        <p:spPr>
          <a:xfrm xmlns:a="http://schemas.openxmlformats.org/drawingml/2006/main">
            <a:off x="226695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Route</a:t>
            </a:r>
          </a:p>
        </p:txBody>
      </p:sp>
      <p:sp>
        <p:nvSpPr>
          <p:cNvPr id="102" name="step-copy-1">
            <a:extLst xmlns:a="http://schemas.openxmlformats.org/drawingml/2006/main">
              <a:ext uri="{FF2B5EF4-FFF2-40B4-BE49-F238E27FC236}">
                <a16:creationId xmlns:a16="http://schemas.microsoft.com/office/drawing/2014/main" id="{32129833-4AF6-4CB2-9FBE-FD576F438B83}"/>
              </a:ext>
            </a:extLst>
          </p:cNvPr>
          <p:cNvSpPr>
            <a:spLocks xmlns:a="http://schemas.openxmlformats.org/drawingml/2006/main" noGrp="1"/>
          </p:cNvSpPr>
          <p:nvPr/>
        </p:nvSpPr>
        <p:spPr>
          <a:xfrm xmlns:a="http://schemas.openxmlformats.org/drawingml/2006/main">
            <a:off x="226695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Ward polygon</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Nearby duplicates</a:t>
            </a:r>
          </a:p>
        </p:txBody>
      </p:sp>
      <p:sp>
        <p:nvSpPr>
          <p:cNvPr id="103" name="">
            <a:extLst xmlns:a="http://schemas.openxmlformats.org/drawingml/2006/main">
              <a:ext uri="{FF2B5EF4-FFF2-40B4-BE49-F238E27FC236}">
                <a16:creationId xmlns:a16="http://schemas.microsoft.com/office/drawing/2014/main" id="{C5497C89-85B5-4A02-B3FD-CBD25FFB1FB1}"/>
              </a:ext>
            </a:extLst>
          </p:cNvPr>
          <p:cNvSpPr>
            <a:spLocks xmlns:a="http://schemas.openxmlformats.org/drawingml/2006/main" noGrp="1"/>
          </p:cNvSpPr>
          <p:nvPr/>
        </p:nvSpPr>
        <p:spPr>
          <a:xfrm xmlns:a="http://schemas.openxmlformats.org/drawingml/2006/main">
            <a:off x="364807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4" name="step-2">
            <a:extLst xmlns:a="http://schemas.openxmlformats.org/drawingml/2006/main">
              <a:ext uri="{FF2B5EF4-FFF2-40B4-BE49-F238E27FC236}">
                <a16:creationId xmlns:a16="http://schemas.microsoft.com/office/drawing/2014/main" id="{0D218377-8A6C-42F1-A34B-06A1BE0DB4E5}"/>
              </a:ext>
            </a:extLst>
          </p:cNvPr>
          <p:cNvSpPr>
            <a:spLocks xmlns:a="http://schemas.openxmlformats.org/drawingml/2006/main" noGrp="1"/>
          </p:cNvSpPr>
          <p:nvPr/>
        </p:nvSpPr>
        <p:spPr>
          <a:xfrm xmlns:a="http://schemas.openxmlformats.org/drawingml/2006/main">
            <a:off x="38100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5" name="step-head-2">
            <a:extLst xmlns:a="http://schemas.openxmlformats.org/drawingml/2006/main">
              <a:ext uri="{FF2B5EF4-FFF2-40B4-BE49-F238E27FC236}">
                <a16:creationId xmlns:a16="http://schemas.microsoft.com/office/drawing/2014/main" id="{CF1A9D0C-B094-4172-96CD-14CC7D30AC4C}"/>
              </a:ext>
            </a:extLst>
          </p:cNvPr>
          <p:cNvSpPr>
            <a:spLocks xmlns:a="http://schemas.openxmlformats.org/drawingml/2006/main" noGrp="1"/>
          </p:cNvSpPr>
          <p:nvPr/>
        </p:nvSpPr>
        <p:spPr>
          <a:xfrm xmlns:a="http://schemas.openxmlformats.org/drawingml/2006/main">
            <a:off x="39243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Act</a:t>
            </a:r>
          </a:p>
        </p:txBody>
      </p:sp>
      <p:sp>
        <p:nvSpPr>
          <p:cNvPr id="106" name="step-copy-2">
            <a:extLst xmlns:a="http://schemas.openxmlformats.org/drawingml/2006/main">
              <a:ext uri="{FF2B5EF4-FFF2-40B4-BE49-F238E27FC236}">
                <a16:creationId xmlns:a16="http://schemas.microsoft.com/office/drawing/2014/main" id="{0850A81A-4CC3-41CD-BEF6-2C442CF2305E}"/>
              </a:ext>
            </a:extLst>
          </p:cNvPr>
          <p:cNvSpPr>
            <a:spLocks xmlns:a="http://schemas.openxmlformats.org/drawingml/2006/main" noGrp="1"/>
          </p:cNvSpPr>
          <p:nvPr/>
        </p:nvSpPr>
        <p:spPr>
          <a:xfrm xmlns:a="http://schemas.openxmlformats.org/drawingml/2006/main">
            <a:off x="39243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Officer response</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Repair evidence</a:t>
            </a:r>
          </a:p>
        </p:txBody>
      </p:sp>
      <p:sp>
        <p:nvSpPr>
          <p:cNvPr id="107" name="">
            <a:extLst xmlns:a="http://schemas.openxmlformats.org/drawingml/2006/main">
              <a:ext uri="{FF2B5EF4-FFF2-40B4-BE49-F238E27FC236}">
                <a16:creationId xmlns:a16="http://schemas.microsoft.com/office/drawing/2014/main" id="{A0E21865-31A7-4AD8-9637-737A79C879C4}"/>
              </a:ext>
            </a:extLst>
          </p:cNvPr>
          <p:cNvSpPr>
            <a:spLocks xmlns:a="http://schemas.openxmlformats.org/drawingml/2006/main" noGrp="1"/>
          </p:cNvSpPr>
          <p:nvPr/>
        </p:nvSpPr>
        <p:spPr>
          <a:xfrm xmlns:a="http://schemas.openxmlformats.org/drawingml/2006/main">
            <a:off x="530542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8" name="step-3">
            <a:extLst xmlns:a="http://schemas.openxmlformats.org/drawingml/2006/main">
              <a:ext uri="{FF2B5EF4-FFF2-40B4-BE49-F238E27FC236}">
                <a16:creationId xmlns:a16="http://schemas.microsoft.com/office/drawing/2014/main" id="{667856E1-480E-478F-A77A-4CAD2C3642FE}"/>
              </a:ext>
            </a:extLst>
          </p:cNvPr>
          <p:cNvSpPr>
            <a:spLocks xmlns:a="http://schemas.openxmlformats.org/drawingml/2006/main" noGrp="1"/>
          </p:cNvSpPr>
          <p:nvPr/>
        </p:nvSpPr>
        <p:spPr>
          <a:xfrm xmlns:a="http://schemas.openxmlformats.org/drawingml/2006/main">
            <a:off x="546735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9" name="step-head-3">
            <a:extLst xmlns:a="http://schemas.openxmlformats.org/drawingml/2006/main">
              <a:ext uri="{FF2B5EF4-FFF2-40B4-BE49-F238E27FC236}">
                <a16:creationId xmlns:a16="http://schemas.microsoft.com/office/drawing/2014/main" id="{F34368DD-E372-4C38-B6CA-19424986A260}"/>
              </a:ext>
            </a:extLst>
          </p:cNvPr>
          <p:cNvSpPr>
            <a:spLocks xmlns:a="http://schemas.openxmlformats.org/drawingml/2006/main" noGrp="1"/>
          </p:cNvSpPr>
          <p:nvPr/>
        </p:nvSpPr>
        <p:spPr>
          <a:xfrm xmlns:a="http://schemas.openxmlformats.org/drawingml/2006/main">
            <a:off x="558165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Verify</a:t>
            </a:r>
          </a:p>
        </p:txBody>
      </p:sp>
      <p:sp>
        <p:nvSpPr>
          <p:cNvPr id="110" name="step-copy-3">
            <a:extLst xmlns:a="http://schemas.openxmlformats.org/drawingml/2006/main">
              <a:ext uri="{FF2B5EF4-FFF2-40B4-BE49-F238E27FC236}">
                <a16:creationId xmlns:a16="http://schemas.microsoft.com/office/drawing/2014/main" id="{B98EBAC3-A7C3-4C02-A381-30B2E0F6AF65}"/>
              </a:ext>
            </a:extLst>
          </p:cNvPr>
          <p:cNvSpPr>
            <a:spLocks xmlns:a="http://schemas.openxmlformats.org/drawingml/2006/main" noGrp="1"/>
          </p:cNvSpPr>
          <p:nvPr/>
        </p:nvSpPr>
        <p:spPr>
          <a:xfrm xmlns:a="http://schemas.openxmlformats.org/drawingml/2006/main">
            <a:off x="558165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Evidence gate</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Citizen quorum</a:t>
            </a:r>
          </a:p>
        </p:txBody>
      </p:sp>
      <p:sp>
        <p:nvSpPr>
          <p:cNvPr id="111" name="">
            <a:extLst xmlns:a="http://schemas.openxmlformats.org/drawingml/2006/main">
              <a:ext uri="{FF2B5EF4-FFF2-40B4-BE49-F238E27FC236}">
                <a16:creationId xmlns:a16="http://schemas.microsoft.com/office/drawing/2014/main" id="{5B5A683D-5CB5-438D-A360-2692C16CB8F9}"/>
              </a:ext>
            </a:extLst>
          </p:cNvPr>
          <p:cNvSpPr>
            <a:spLocks xmlns:a="http://schemas.openxmlformats.org/drawingml/2006/main" noGrp="1"/>
          </p:cNvSpPr>
          <p:nvPr/>
        </p:nvSpPr>
        <p:spPr>
          <a:xfrm xmlns:a="http://schemas.openxmlformats.org/drawingml/2006/main">
            <a:off x="696277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12" name="step-4">
            <a:extLst xmlns:a="http://schemas.openxmlformats.org/drawingml/2006/main">
              <a:ext uri="{FF2B5EF4-FFF2-40B4-BE49-F238E27FC236}">
                <a16:creationId xmlns:a16="http://schemas.microsoft.com/office/drawing/2014/main" id="{85169C5B-7C2B-4372-A6EA-D0034C8E4570}"/>
              </a:ext>
            </a:extLst>
          </p:cNvPr>
          <p:cNvSpPr>
            <a:spLocks xmlns:a="http://schemas.openxmlformats.org/drawingml/2006/main" noGrp="1"/>
          </p:cNvSpPr>
          <p:nvPr/>
        </p:nvSpPr>
        <p:spPr>
          <a:xfrm xmlns:a="http://schemas.openxmlformats.org/drawingml/2006/main">
            <a:off x="71247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3" name="step-head-4">
            <a:extLst xmlns:a="http://schemas.openxmlformats.org/drawingml/2006/main">
              <a:ext uri="{FF2B5EF4-FFF2-40B4-BE49-F238E27FC236}">
                <a16:creationId xmlns:a16="http://schemas.microsoft.com/office/drawing/2014/main" id="{014A00B1-D4F1-4A7C-92E5-ABB56773297F}"/>
              </a:ext>
            </a:extLst>
          </p:cNvPr>
          <p:cNvSpPr>
            <a:spLocks xmlns:a="http://schemas.openxmlformats.org/drawingml/2006/main" noGrp="1"/>
          </p:cNvSpPr>
          <p:nvPr/>
        </p:nvSpPr>
        <p:spPr>
          <a:xfrm xmlns:a="http://schemas.openxmlformats.org/drawingml/2006/main">
            <a:off x="72390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Measure</a:t>
            </a:r>
          </a:p>
        </p:txBody>
      </p:sp>
      <p:sp>
        <p:nvSpPr>
          <p:cNvPr id="114" name="step-copy-4">
            <a:extLst xmlns:a="http://schemas.openxmlformats.org/drawingml/2006/main">
              <a:ext uri="{FF2B5EF4-FFF2-40B4-BE49-F238E27FC236}">
                <a16:creationId xmlns:a16="http://schemas.microsoft.com/office/drawing/2014/main" id="{A9B95F22-552D-4567-94E1-0A0526966CA5}"/>
              </a:ext>
            </a:extLst>
          </p:cNvPr>
          <p:cNvSpPr>
            <a:spLocks xmlns:a="http://schemas.openxmlformats.org/drawingml/2006/main" noGrp="1"/>
          </p:cNvSpPr>
          <p:nvPr/>
        </p:nvSpPr>
        <p:spPr>
          <a:xfrm xmlns:a="http://schemas.openxmlformats.org/drawingml/2006/main">
            <a:off x="72390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Computed ledger</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Published rules</a:t>
            </a:r>
          </a:p>
        </p:txBody>
      </p:sp>
      <p:sp>
        <p:nvSpPr>
          <p:cNvPr id="115" name="hold-rule">
            <a:extLst xmlns:a="http://schemas.openxmlformats.org/drawingml/2006/main">
              <a:ext uri="{FF2B5EF4-FFF2-40B4-BE49-F238E27FC236}">
                <a16:creationId xmlns:a16="http://schemas.microsoft.com/office/drawing/2014/main" id="{8C7F2DA5-88A8-43B1-93A0-C55F5B8EE617}"/>
              </a:ext>
            </a:extLst>
          </p:cNvPr>
          <p:cNvSpPr>
            <a:spLocks xmlns:a="http://schemas.openxmlformats.org/drawingml/2006/main" noGrp="1"/>
          </p:cNvSpPr>
          <p:nvPr/>
        </p:nvSpPr>
        <p:spPr>
          <a:xfrm xmlns:a="http://schemas.openxmlformats.org/drawingml/2006/main">
            <a:off x="495300" y="3333750"/>
            <a:ext cx="815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1111"/>
                </a:solidFill>
                <a:latin typeface="Google Sans Flex"/>
                <a:ea typeface="Google Sans Flex"/>
                <a:cs typeface="Google Sans Flex"/>
              </a:defRPr>
            </a:defPPr>
            <a:lvl1pPr>
              <a:defRPr sz="1875" b="1">
                <a:solidFill>
                  <a:srgbClr val="111111"/>
                </a:solidFill>
                <a:latin typeface="Google Sans Flex"/>
                <a:ea typeface="Google Sans Flex"/>
                <a:cs typeface="Google Sans Flex"/>
              </a:defRPr>
            </a:lvl1pPr>
            <a:lvl2pPr>
              <a:defRPr sz="1875" b="1">
                <a:solidFill>
                  <a:srgbClr val="111111"/>
                </a:solidFill>
                <a:latin typeface="Google Sans Flex"/>
                <a:ea typeface="Google Sans Flex"/>
                <a:cs typeface="Google Sans Flex"/>
              </a:defRPr>
            </a:lvl2pPr>
            <a:lvl3pPr>
              <a:defRPr sz="1875" b="1">
                <a:solidFill>
                  <a:srgbClr val="111111"/>
                </a:solidFill>
                <a:latin typeface="Google Sans Flex"/>
                <a:ea typeface="Google Sans Flex"/>
                <a:cs typeface="Google Sans Flex"/>
              </a:defRPr>
            </a:lvl3pPr>
            <a:lvl4pPr>
              <a:defRPr sz="1875" b="1">
                <a:solidFill>
                  <a:srgbClr val="111111"/>
                </a:solidFill>
                <a:latin typeface="Google Sans Flex"/>
                <a:ea typeface="Google Sans Flex"/>
                <a:cs typeface="Google Sans Flex"/>
              </a:defRPr>
            </a:lvl4pPr>
            <a:lvl5pPr>
              <a:defRPr sz="1875" b="1">
                <a:solidFill>
                  <a:srgbClr val="111111"/>
                </a:solidFill>
                <a:latin typeface="Google Sans Flex"/>
                <a:ea typeface="Google Sans Flex"/>
                <a:cs typeface="Google Sans Flex"/>
              </a:defRPr>
            </a:lvl5pPr>
            <a:lvl6pPr>
              <a:defRPr sz="1875" b="1">
                <a:solidFill>
                  <a:srgbClr val="111111"/>
                </a:solidFill>
                <a:latin typeface="Google Sans Flex"/>
                <a:ea typeface="Google Sans Flex"/>
                <a:cs typeface="Google Sans Flex"/>
              </a:defRPr>
            </a:lvl6pPr>
            <a:lvl7pPr>
              <a:defRPr sz="1875" b="1">
                <a:solidFill>
                  <a:srgbClr val="111111"/>
                </a:solidFill>
                <a:latin typeface="Google Sans Flex"/>
                <a:ea typeface="Google Sans Flex"/>
                <a:cs typeface="Google Sans Flex"/>
              </a:defRPr>
            </a:lvl7pPr>
            <a:lvl8pPr>
              <a:defRPr sz="1875" b="1">
                <a:solidFill>
                  <a:srgbClr val="111111"/>
                </a:solidFill>
                <a:latin typeface="Google Sans Flex"/>
                <a:ea typeface="Google Sans Flex"/>
                <a:cs typeface="Google Sans Flex"/>
              </a:defRPr>
            </a:lvl8pPr>
            <a:lvl9pPr>
              <a:defRPr sz="1875" b="1">
                <a:solidFill>
                  <a:srgbClr val="111111"/>
                </a:solidFill>
                <a:latin typeface="Google Sans Flex"/>
                <a:ea typeface="Google Sans Flex"/>
                <a:cs typeface="Google Sans Flex"/>
              </a:defRPr>
            </a:lvl9pPr>
          </a:lstStyle>
          <a:p xmlns:a="http://schemas.openxmlformats.org/drawingml/2006/main">
            <a:pPr>
              <a:defRPr sz="1875" b="1">
                <a:solidFill>
                  <a:srgbClr val="111111"/>
                </a:solidFill>
                <a:latin typeface="Google Sans Flex"/>
                <a:ea typeface="Google Sans Flex"/>
                <a:cs typeface="Google Sans Flex"/>
              </a:defRPr>
            </a:pPr>
            <a:r>
              <a:rPr sz="1875" b="1">
                <a:solidFill>
                  <a:srgbClr val="111111"/>
                </a:solidFill>
                <a:latin typeface="Google Sans Flex"/>
                <a:ea typeface="Google Sans Flex"/>
                <a:cs typeface="Google Sans Flex"/>
              </a:rPr>
              <a:t>Wrong-location evidence is held for review</a:t>
            </a:r>
          </a:p>
        </p:txBody>
      </p:sp>
      <p:sp>
        <p:nvSpPr>
          <p:cNvPr id="116" name="quorum-rule">
            <a:extLst xmlns:a="http://schemas.openxmlformats.org/drawingml/2006/main">
              <a:ext uri="{FF2B5EF4-FFF2-40B4-BE49-F238E27FC236}">
                <a16:creationId xmlns:a16="http://schemas.microsoft.com/office/drawing/2014/main" id="{CD6DA837-99E1-4946-9E26-68ACE1B1DA29}"/>
              </a:ext>
            </a:extLst>
          </p:cNvPr>
          <p:cNvSpPr>
            <a:spLocks xmlns:a="http://schemas.openxmlformats.org/drawingml/2006/main" noGrp="1"/>
          </p:cNvSpPr>
          <p:nvPr/>
        </p:nvSpPr>
        <p:spPr>
          <a:xfrm xmlns:a="http://schemas.openxmlformats.org/drawingml/2006/main">
            <a:off x="495300" y="3848100"/>
            <a:ext cx="815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Google Sans Flex"/>
                <a:ea typeface="Google Sans Flex"/>
                <a:cs typeface="Google Sans Flex"/>
              </a:defRPr>
            </a:defPPr>
            <a:lvl1pPr>
              <a:defRPr sz="1575">
                <a:solidFill>
                  <a:srgbClr val="111111"/>
                </a:solidFill>
                <a:latin typeface="Google Sans Flex"/>
                <a:ea typeface="Google Sans Flex"/>
                <a:cs typeface="Google Sans Flex"/>
              </a:defRPr>
            </a:lvl1pPr>
            <a:lvl2pPr>
              <a:defRPr sz="1575">
                <a:solidFill>
                  <a:srgbClr val="111111"/>
                </a:solidFill>
                <a:latin typeface="Google Sans Flex"/>
                <a:ea typeface="Google Sans Flex"/>
                <a:cs typeface="Google Sans Flex"/>
              </a:defRPr>
            </a:lvl2pPr>
            <a:lvl3pPr>
              <a:defRPr sz="1575">
                <a:solidFill>
                  <a:srgbClr val="111111"/>
                </a:solidFill>
                <a:latin typeface="Google Sans Flex"/>
                <a:ea typeface="Google Sans Flex"/>
                <a:cs typeface="Google Sans Flex"/>
              </a:defRPr>
            </a:lvl3pPr>
            <a:lvl4pPr>
              <a:defRPr sz="1575">
                <a:solidFill>
                  <a:srgbClr val="111111"/>
                </a:solidFill>
                <a:latin typeface="Google Sans Flex"/>
                <a:ea typeface="Google Sans Flex"/>
                <a:cs typeface="Google Sans Flex"/>
              </a:defRPr>
            </a:lvl4pPr>
            <a:lvl5pPr>
              <a:defRPr sz="1575">
                <a:solidFill>
                  <a:srgbClr val="111111"/>
                </a:solidFill>
                <a:latin typeface="Google Sans Flex"/>
                <a:ea typeface="Google Sans Flex"/>
                <a:cs typeface="Google Sans Flex"/>
              </a:defRPr>
            </a:lvl5pPr>
            <a:lvl6pPr>
              <a:defRPr sz="1575">
                <a:solidFill>
                  <a:srgbClr val="111111"/>
                </a:solidFill>
                <a:latin typeface="Google Sans Flex"/>
                <a:ea typeface="Google Sans Flex"/>
                <a:cs typeface="Google Sans Flex"/>
              </a:defRPr>
            </a:lvl6pPr>
            <a:lvl7pPr>
              <a:defRPr sz="1575">
                <a:solidFill>
                  <a:srgbClr val="111111"/>
                </a:solidFill>
                <a:latin typeface="Google Sans Flex"/>
                <a:ea typeface="Google Sans Flex"/>
                <a:cs typeface="Google Sans Flex"/>
              </a:defRPr>
            </a:lvl7pPr>
            <a:lvl8pPr>
              <a:defRPr sz="1575">
                <a:solidFill>
                  <a:srgbClr val="111111"/>
                </a:solidFill>
                <a:latin typeface="Google Sans Flex"/>
                <a:ea typeface="Google Sans Flex"/>
                <a:cs typeface="Google Sans Flex"/>
              </a:defRPr>
            </a:lvl8pPr>
            <a:lvl9pPr>
              <a:defRPr sz="1575">
                <a:solidFill>
                  <a:srgbClr val="111111"/>
                </a:solidFill>
                <a:latin typeface="Google Sans Flex"/>
                <a:ea typeface="Google Sans Flex"/>
                <a:cs typeface="Google Sans Flex"/>
              </a:defRPr>
            </a:lvl9pPr>
          </a:lstStyle>
          <a:p xmlns:a="http://schemas.openxmlformats.org/drawingml/2006/main">
            <a:pPr>
              <a:defRPr sz="1575">
                <a:solidFill>
                  <a:srgbClr val="111111"/>
                </a:solidFill>
                <a:latin typeface="Google Sans Flex"/>
                <a:ea typeface="Google Sans Flex"/>
                <a:cs typeface="Google Sans Flex"/>
              </a:defRPr>
            </a:pPr>
            <a:r>
              <a:rPr sz="1575">
                <a:solidFill>
                  <a:srgbClr val="111111"/>
                </a:solidFill>
                <a:latin typeface="Google Sans Flex"/>
                <a:ea typeface="Google Sans Flex"/>
                <a:cs typeface="Google Sans Flex"/>
              </a:rPr>
              <a:t>Only eligible citizens can verify or reopen. A written officer override stays visible. Silence never closes an issue.</a:t>
            </a:r>
          </a:p>
        </p:txBody>
      </p:sp>
    </p:spTree>
    <p:extLst>
      <p:ext uri="{BB962C8B-B14F-4D97-AF65-F5344CB8AC3E}">
        <p14:creationId xmlns:p14="http://schemas.microsoft.com/office/powerpoint/2010/main" val="9941385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0" name="Google Shape;100;p19">
            <a:extLst xmlns:a="http://schemas.openxmlformats.org/drawingml/2006/main">
              <a:ext uri="{FF2B5EF4-FFF2-40B4-BE49-F238E27FC236}">
                <a16:creationId xmlns:a16="http://schemas.microsoft.com/office/drawing/2014/main" id="{2D886B21-E71B-4B4B-98E2-075BA8D4475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fae2c5ed4714559">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01" name="Google Shape;101;p19">
            <a:extLst xmlns:a="http://schemas.openxmlformats.org/drawingml/2006/main">
              <a:ext uri="{FF2B5EF4-FFF2-40B4-BE49-F238E27FC236}">
                <a16:creationId xmlns:a16="http://schemas.microsoft.com/office/drawing/2014/main" id="{B415763F-6801-4546-A0AD-39E591C9645B}"/>
              </a:ext>
            </a:extLst>
          </p:cNvPr>
          <p:cNvPicPr>
            <a:picLocks xmlns:a="http://schemas.openxmlformats.org/drawingml/2006/main" noChangeAspect="1"/>
          </p:cNvPicPr>
          <p:nvPr/>
        </p:nvPicPr>
        <p:blipFill>
          <a:blip xmlns:r="http://schemas.openxmlformats.org/officeDocument/2006/relationships" xmlns:a="http://schemas.openxmlformats.org/drawingml/2006/main" r:embed="R35cdf3f6b5b94340">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02" name="Google Shape;102;p19">
            <a:extLst xmlns:a="http://schemas.openxmlformats.org/drawingml/2006/main">
              <a:ext uri="{FF2B5EF4-FFF2-40B4-BE49-F238E27FC236}">
                <a16:creationId xmlns:a16="http://schemas.microsoft.com/office/drawing/2014/main" id="{EDFCCFB2-D476-445B-BE72-4C4DFB1BBE07}"/>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3" name="Google Shape;103;p19">
            <a:extLst xmlns:a="http://schemas.openxmlformats.org/drawingml/2006/main">
              <a:ext uri="{FF2B5EF4-FFF2-40B4-BE49-F238E27FC236}">
                <a16:creationId xmlns:a16="http://schemas.microsoft.com/office/drawing/2014/main" id="{274C3D4B-FFC9-4F2B-8059-ED270C06907D}"/>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Wireframes/Mock diagrams of the proposed solution (optional)</a:t>
            </a:r>
            <a:endParaRPr sz="1600">
              <a:latin typeface="Google Sans Flex Medium"/>
              <a:ea typeface="Google Sans Flex Medium"/>
              <a:cs typeface="Google Sans Flex Medium"/>
            </a:endParaRPr>
          </a:p>
        </p:txBody>
      </p:sp>
      <p:pic>
        <p:nvPicPr>
          <p:cNvPr id="104" name="">
            <a:extLst xmlns:a="http://schemas.openxmlformats.org/drawingml/2006/main">
              <a:ext uri="{FF2B5EF4-FFF2-40B4-BE49-F238E27FC236}">
                <a16:creationId xmlns:a16="http://schemas.microsoft.com/office/drawing/2014/main" id="{E817A33E-3F20-4622-A592-EFFF63A417E3}"/>
              </a:ext>
            </a:extLst>
          </p:cNvPr>
          <p:cNvPicPr>
            <a:picLocks xmlns:a="http://schemas.openxmlformats.org/drawingml/2006/main" noChangeAspect="1"/>
          </p:cNvPicPr>
          <p:nvPr/>
        </p:nvPicPr>
        <p:blipFill>
          <a:blip xmlns:r="http://schemas.openxmlformats.org/officeDocument/2006/relationships" xmlns:a="http://schemas.openxmlformats.org/drawingml/2006/main" r:embed="Red65f6929edd42e9"/>
          <a:stretch xmlns:a="http://schemas.openxmlformats.org/drawingml/2006/main"/>
        </p:blipFill>
        <p:spPr>
          <a:xfrm xmlns:a="http://schemas.openxmlformats.org/drawingml/2006/main">
            <a:off x="428625" y="1419037"/>
            <a:ext cx="4429125" cy="2972176"/>
          </a:xfrm>
          <a:prstGeom xmlns:a="http://schemas.openxmlformats.org/drawingml/2006/main" prst="rect">
            <a:avLst/>
          </a:prstGeom>
        </p:spPr>
      </p:pic>
      <p:sp>
        <p:nvSpPr>
          <p:cNvPr id="105" name="wireframe-label">
            <a:extLst xmlns:a="http://schemas.openxmlformats.org/drawingml/2006/main">
              <a:ext uri="{FF2B5EF4-FFF2-40B4-BE49-F238E27FC236}">
                <a16:creationId xmlns:a16="http://schemas.microsoft.com/office/drawing/2014/main" id="{2C045FA1-36BB-4BDE-9346-F1DC0BBA3870}"/>
              </a:ext>
            </a:extLst>
          </p:cNvPr>
          <p:cNvSpPr>
            <a:spLocks xmlns:a="http://schemas.openxmlformats.org/drawingml/2006/main" noGrp="1"/>
          </p:cNvSpPr>
          <p:nvPr/>
        </p:nvSpPr>
        <p:spPr>
          <a:xfrm xmlns:a="http://schemas.openxmlformats.org/drawingml/2006/main">
            <a:off x="495300" y="45339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a:solidFill>
                  <a:srgbClr val="555555"/>
                </a:solidFill>
                <a:latin typeface="Google Sans Flex"/>
                <a:ea typeface="Google Sans Flex"/>
                <a:cs typeface="Google Sans Flex"/>
              </a:defRPr>
            </a:defPPr>
            <a:lvl1pPr>
              <a:defRPr sz="1125">
                <a:solidFill>
                  <a:srgbClr val="555555"/>
                </a:solidFill>
                <a:latin typeface="Google Sans Flex"/>
                <a:ea typeface="Google Sans Flex"/>
                <a:cs typeface="Google Sans Flex"/>
              </a:defRPr>
            </a:lvl1pPr>
            <a:lvl2pPr>
              <a:defRPr sz="1125">
                <a:solidFill>
                  <a:srgbClr val="555555"/>
                </a:solidFill>
                <a:latin typeface="Google Sans Flex"/>
                <a:ea typeface="Google Sans Flex"/>
                <a:cs typeface="Google Sans Flex"/>
              </a:defRPr>
            </a:lvl2pPr>
            <a:lvl3pPr>
              <a:defRPr sz="1125">
                <a:solidFill>
                  <a:srgbClr val="555555"/>
                </a:solidFill>
                <a:latin typeface="Google Sans Flex"/>
                <a:ea typeface="Google Sans Flex"/>
                <a:cs typeface="Google Sans Flex"/>
              </a:defRPr>
            </a:lvl3pPr>
            <a:lvl4pPr>
              <a:defRPr sz="1125">
                <a:solidFill>
                  <a:srgbClr val="555555"/>
                </a:solidFill>
                <a:latin typeface="Google Sans Flex"/>
                <a:ea typeface="Google Sans Flex"/>
                <a:cs typeface="Google Sans Flex"/>
              </a:defRPr>
            </a:lvl4pPr>
            <a:lvl5pPr>
              <a:defRPr sz="1125">
                <a:solidFill>
                  <a:srgbClr val="555555"/>
                </a:solidFill>
                <a:latin typeface="Google Sans Flex"/>
                <a:ea typeface="Google Sans Flex"/>
                <a:cs typeface="Google Sans Flex"/>
              </a:defRPr>
            </a:lvl5pPr>
            <a:lvl6pPr>
              <a:defRPr sz="1125">
                <a:solidFill>
                  <a:srgbClr val="555555"/>
                </a:solidFill>
                <a:latin typeface="Google Sans Flex"/>
                <a:ea typeface="Google Sans Flex"/>
                <a:cs typeface="Google Sans Flex"/>
              </a:defRPr>
            </a:lvl6pPr>
            <a:lvl7pPr>
              <a:defRPr sz="1125">
                <a:solidFill>
                  <a:srgbClr val="555555"/>
                </a:solidFill>
                <a:latin typeface="Google Sans Flex"/>
                <a:ea typeface="Google Sans Flex"/>
                <a:cs typeface="Google Sans Flex"/>
              </a:defRPr>
            </a:lvl7pPr>
            <a:lvl8pPr>
              <a:defRPr sz="1125">
                <a:solidFill>
                  <a:srgbClr val="555555"/>
                </a:solidFill>
                <a:latin typeface="Google Sans Flex"/>
                <a:ea typeface="Google Sans Flex"/>
                <a:cs typeface="Google Sans Flex"/>
              </a:defRPr>
            </a:lvl8pPr>
            <a:lvl9pPr>
              <a:defRPr sz="1125">
                <a:solidFill>
                  <a:srgbClr val="555555"/>
                </a:solidFill>
                <a:latin typeface="Google Sans Flex"/>
                <a:ea typeface="Google Sans Flex"/>
                <a:cs typeface="Google Sans Flex"/>
              </a:defRPr>
            </a:lvl9pPr>
          </a:lstStyle>
          <a:p xmlns:a="http://schemas.openxmlformats.org/drawingml/2006/main">
            <a:pPr>
              <a:defRPr sz="1125">
                <a:solidFill>
                  <a:srgbClr val="555555"/>
                </a:solidFill>
                <a:latin typeface="Google Sans Flex"/>
                <a:ea typeface="Google Sans Flex"/>
                <a:cs typeface="Google Sans Flex"/>
              </a:defRPr>
            </a:pPr>
            <a:r>
              <a:rPr sz="1125">
                <a:solidFill>
                  <a:srgbClr val="555555"/>
                </a:solidFill>
                <a:latin typeface="Google Sans Flex"/>
                <a:ea typeface="Google Sans Flex"/>
                <a:cs typeface="Google Sans Flex"/>
              </a:rPr>
              <a:t>Map diagram from actual geometry</a:t>
            </a:r>
          </a:p>
        </p:txBody>
      </p:sp>
      <p:sp>
        <p:nvSpPr>
          <p:cNvPr id="106" name="ledger-label">
            <a:extLst xmlns:a="http://schemas.openxmlformats.org/drawingml/2006/main">
              <a:ext uri="{FF2B5EF4-FFF2-40B4-BE49-F238E27FC236}">
                <a16:creationId xmlns:a16="http://schemas.microsoft.com/office/drawing/2014/main" id="{F8F859F5-04C6-480E-BD73-26164C6FCAD1}"/>
              </a:ext>
            </a:extLst>
          </p:cNvPr>
          <p:cNvSpPr>
            <a:spLocks xmlns:a="http://schemas.openxmlformats.org/drawingml/2006/main" noGrp="1"/>
          </p:cNvSpPr>
          <p:nvPr/>
        </p:nvSpPr>
        <p:spPr>
          <a:xfrm xmlns:a="http://schemas.openxmlformats.org/drawingml/2006/main">
            <a:off x="5314950" y="146685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1111"/>
                </a:solidFill>
                <a:latin typeface="Google Sans Flex"/>
                <a:ea typeface="Google Sans Flex"/>
                <a:cs typeface="Google Sans Flex"/>
              </a:defRPr>
            </a:defPPr>
            <a:lvl1pPr>
              <a:defRPr sz="1875" b="1">
                <a:solidFill>
                  <a:srgbClr val="111111"/>
                </a:solidFill>
                <a:latin typeface="Google Sans Flex"/>
                <a:ea typeface="Google Sans Flex"/>
                <a:cs typeface="Google Sans Flex"/>
              </a:defRPr>
            </a:lvl1pPr>
            <a:lvl2pPr>
              <a:defRPr sz="1875" b="1">
                <a:solidFill>
                  <a:srgbClr val="111111"/>
                </a:solidFill>
                <a:latin typeface="Google Sans Flex"/>
                <a:ea typeface="Google Sans Flex"/>
                <a:cs typeface="Google Sans Flex"/>
              </a:defRPr>
            </a:lvl2pPr>
            <a:lvl3pPr>
              <a:defRPr sz="1875" b="1">
                <a:solidFill>
                  <a:srgbClr val="111111"/>
                </a:solidFill>
                <a:latin typeface="Google Sans Flex"/>
                <a:ea typeface="Google Sans Flex"/>
                <a:cs typeface="Google Sans Flex"/>
              </a:defRPr>
            </a:lvl3pPr>
            <a:lvl4pPr>
              <a:defRPr sz="1875" b="1">
                <a:solidFill>
                  <a:srgbClr val="111111"/>
                </a:solidFill>
                <a:latin typeface="Google Sans Flex"/>
                <a:ea typeface="Google Sans Flex"/>
                <a:cs typeface="Google Sans Flex"/>
              </a:defRPr>
            </a:lvl4pPr>
            <a:lvl5pPr>
              <a:defRPr sz="1875" b="1">
                <a:solidFill>
                  <a:srgbClr val="111111"/>
                </a:solidFill>
                <a:latin typeface="Google Sans Flex"/>
                <a:ea typeface="Google Sans Flex"/>
                <a:cs typeface="Google Sans Flex"/>
              </a:defRPr>
            </a:lvl5pPr>
            <a:lvl6pPr>
              <a:defRPr sz="1875" b="1">
                <a:solidFill>
                  <a:srgbClr val="111111"/>
                </a:solidFill>
                <a:latin typeface="Google Sans Flex"/>
                <a:ea typeface="Google Sans Flex"/>
                <a:cs typeface="Google Sans Flex"/>
              </a:defRPr>
            </a:lvl6pPr>
            <a:lvl7pPr>
              <a:defRPr sz="1875" b="1">
                <a:solidFill>
                  <a:srgbClr val="111111"/>
                </a:solidFill>
                <a:latin typeface="Google Sans Flex"/>
                <a:ea typeface="Google Sans Flex"/>
                <a:cs typeface="Google Sans Flex"/>
              </a:defRPr>
            </a:lvl7pPr>
            <a:lvl8pPr>
              <a:defRPr sz="1875" b="1">
                <a:solidFill>
                  <a:srgbClr val="111111"/>
                </a:solidFill>
                <a:latin typeface="Google Sans Flex"/>
                <a:ea typeface="Google Sans Flex"/>
                <a:cs typeface="Google Sans Flex"/>
              </a:defRPr>
            </a:lvl8pPr>
            <a:lvl9pPr>
              <a:defRPr sz="1875" b="1">
                <a:solidFill>
                  <a:srgbClr val="111111"/>
                </a:solidFill>
                <a:latin typeface="Google Sans Flex"/>
                <a:ea typeface="Google Sans Flex"/>
                <a:cs typeface="Google Sans Flex"/>
              </a:defRPr>
            </a:lvl9pPr>
          </a:lstStyle>
          <a:p xmlns:a="http://schemas.openxmlformats.org/drawingml/2006/main">
            <a:pPr>
              <a:defRPr sz="1875" b="1">
                <a:solidFill>
                  <a:srgbClr val="111111"/>
                </a:solidFill>
                <a:latin typeface="Google Sans Flex"/>
                <a:ea typeface="Google Sans Flex"/>
                <a:cs typeface="Google Sans Flex"/>
              </a:defRPr>
            </a:pPr>
            <a:r>
              <a:rPr sz="1875" b="1">
                <a:solidFill>
                  <a:srgbClr val="111111"/>
                </a:solidFill>
                <a:latin typeface="Google Sans Flex"/>
                <a:ea typeface="Google Sans Flex"/>
                <a:cs typeface="Google Sans Flex"/>
              </a:rPr>
              <a:t>Illustrative ledger</a:t>
            </a:r>
          </a:p>
        </p:txBody>
      </p:sp>
      <p:sp>
        <p:nvSpPr>
          <p:cNvPr id="107" name="claims">
            <a:extLst xmlns:a="http://schemas.openxmlformats.org/drawingml/2006/main">
              <a:ext uri="{FF2B5EF4-FFF2-40B4-BE49-F238E27FC236}">
                <a16:creationId xmlns:a16="http://schemas.microsoft.com/office/drawing/2014/main" id="{AE89745A-E13E-4112-9B50-E52A4960E2E2}"/>
              </a:ext>
            </a:extLst>
          </p:cNvPr>
          <p:cNvSpPr>
            <a:spLocks xmlns:a="http://schemas.openxmlformats.org/drawingml/2006/main" noGrp="1"/>
          </p:cNvSpPr>
          <p:nvPr/>
        </p:nvSpPr>
        <p:spPr>
          <a:xfrm xmlns:a="http://schemas.openxmlformats.org/drawingml/2006/main">
            <a:off x="5314950" y="2000250"/>
            <a:ext cx="123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111111"/>
                </a:solidFill>
                <a:latin typeface="Google Sans Flex"/>
                <a:ea typeface="Google Sans Flex"/>
                <a:cs typeface="Google Sans Flex"/>
              </a:defRPr>
            </a:defPPr>
            <a:lvl1pPr>
              <a:defRPr sz="4050" b="1">
                <a:solidFill>
                  <a:srgbClr val="111111"/>
                </a:solidFill>
                <a:latin typeface="Google Sans Flex"/>
                <a:ea typeface="Google Sans Flex"/>
                <a:cs typeface="Google Sans Flex"/>
              </a:defRPr>
            </a:lvl1pPr>
            <a:lvl2pPr>
              <a:defRPr sz="4050" b="1">
                <a:solidFill>
                  <a:srgbClr val="111111"/>
                </a:solidFill>
                <a:latin typeface="Google Sans Flex"/>
                <a:ea typeface="Google Sans Flex"/>
                <a:cs typeface="Google Sans Flex"/>
              </a:defRPr>
            </a:lvl2pPr>
            <a:lvl3pPr>
              <a:defRPr sz="4050" b="1">
                <a:solidFill>
                  <a:srgbClr val="111111"/>
                </a:solidFill>
                <a:latin typeface="Google Sans Flex"/>
                <a:ea typeface="Google Sans Flex"/>
                <a:cs typeface="Google Sans Flex"/>
              </a:defRPr>
            </a:lvl3pPr>
            <a:lvl4pPr>
              <a:defRPr sz="4050" b="1">
                <a:solidFill>
                  <a:srgbClr val="111111"/>
                </a:solidFill>
                <a:latin typeface="Google Sans Flex"/>
                <a:ea typeface="Google Sans Flex"/>
                <a:cs typeface="Google Sans Flex"/>
              </a:defRPr>
            </a:lvl4pPr>
            <a:lvl5pPr>
              <a:defRPr sz="4050" b="1">
                <a:solidFill>
                  <a:srgbClr val="111111"/>
                </a:solidFill>
                <a:latin typeface="Google Sans Flex"/>
                <a:ea typeface="Google Sans Flex"/>
                <a:cs typeface="Google Sans Flex"/>
              </a:defRPr>
            </a:lvl5pPr>
            <a:lvl6pPr>
              <a:defRPr sz="4050" b="1">
                <a:solidFill>
                  <a:srgbClr val="111111"/>
                </a:solidFill>
                <a:latin typeface="Google Sans Flex"/>
                <a:ea typeface="Google Sans Flex"/>
                <a:cs typeface="Google Sans Flex"/>
              </a:defRPr>
            </a:lvl6pPr>
            <a:lvl7pPr>
              <a:defRPr sz="4050" b="1">
                <a:solidFill>
                  <a:srgbClr val="111111"/>
                </a:solidFill>
                <a:latin typeface="Google Sans Flex"/>
                <a:ea typeface="Google Sans Flex"/>
                <a:cs typeface="Google Sans Flex"/>
              </a:defRPr>
            </a:lvl7pPr>
            <a:lvl8pPr>
              <a:defRPr sz="4050" b="1">
                <a:solidFill>
                  <a:srgbClr val="111111"/>
                </a:solidFill>
                <a:latin typeface="Google Sans Flex"/>
                <a:ea typeface="Google Sans Flex"/>
                <a:cs typeface="Google Sans Flex"/>
              </a:defRPr>
            </a:lvl8pPr>
            <a:lvl9pPr>
              <a:defRPr sz="4050" b="1">
                <a:solidFill>
                  <a:srgbClr val="111111"/>
                </a:solidFill>
                <a:latin typeface="Google Sans Flex"/>
                <a:ea typeface="Google Sans Flex"/>
                <a:cs typeface="Google Sans Flex"/>
              </a:defRPr>
            </a:lvl9pPr>
          </a:lstStyle>
          <a:p xmlns:a="http://schemas.openxmlformats.org/drawingml/2006/main">
            <a:pPr>
              <a:defRPr sz="4050" b="1">
                <a:solidFill>
                  <a:srgbClr val="111111"/>
                </a:solidFill>
                <a:latin typeface="Google Sans Flex"/>
                <a:ea typeface="Google Sans Flex"/>
                <a:cs typeface="Google Sans Flex"/>
              </a:defRPr>
            </a:pPr>
            <a:r>
              <a:rPr sz="4050" b="1">
                <a:solidFill>
                  <a:srgbClr val="111111"/>
                </a:solidFill>
                <a:latin typeface="Google Sans Flex"/>
                <a:ea typeface="Google Sans Flex"/>
                <a:cs typeface="Google Sans Flex"/>
              </a:rPr>
              <a:t>100</a:t>
            </a:r>
          </a:p>
        </p:txBody>
      </p:sp>
      <p:sp>
        <p:nvSpPr>
          <p:cNvPr id="108" name="verified">
            <a:extLst xmlns:a="http://schemas.openxmlformats.org/drawingml/2006/main">
              <a:ext uri="{FF2B5EF4-FFF2-40B4-BE49-F238E27FC236}">
                <a16:creationId xmlns:a16="http://schemas.microsoft.com/office/drawing/2014/main" id="{3A19B3D2-23A5-4FF7-91E5-607984A4BE3B}"/>
              </a:ext>
            </a:extLst>
          </p:cNvPr>
          <p:cNvSpPr>
            <a:spLocks xmlns:a="http://schemas.openxmlformats.org/drawingml/2006/main" noGrp="1"/>
          </p:cNvSpPr>
          <p:nvPr/>
        </p:nvSpPr>
        <p:spPr>
          <a:xfrm xmlns:a="http://schemas.openxmlformats.org/drawingml/2006/main">
            <a:off x="7105650" y="2000250"/>
            <a:ext cx="1428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18704A"/>
                </a:solidFill>
                <a:latin typeface="Google Sans Flex"/>
                <a:ea typeface="Google Sans Flex"/>
                <a:cs typeface="Google Sans Flex"/>
              </a:defRPr>
            </a:defPPr>
            <a:lvl1pPr>
              <a:defRPr sz="4050" b="1">
                <a:solidFill>
                  <a:srgbClr val="18704A"/>
                </a:solidFill>
                <a:latin typeface="Google Sans Flex"/>
                <a:ea typeface="Google Sans Flex"/>
                <a:cs typeface="Google Sans Flex"/>
              </a:defRPr>
            </a:lvl1pPr>
            <a:lvl2pPr>
              <a:defRPr sz="4050" b="1">
                <a:solidFill>
                  <a:srgbClr val="18704A"/>
                </a:solidFill>
                <a:latin typeface="Google Sans Flex"/>
                <a:ea typeface="Google Sans Flex"/>
                <a:cs typeface="Google Sans Flex"/>
              </a:defRPr>
            </a:lvl2pPr>
            <a:lvl3pPr>
              <a:defRPr sz="4050" b="1">
                <a:solidFill>
                  <a:srgbClr val="18704A"/>
                </a:solidFill>
                <a:latin typeface="Google Sans Flex"/>
                <a:ea typeface="Google Sans Flex"/>
                <a:cs typeface="Google Sans Flex"/>
              </a:defRPr>
            </a:lvl3pPr>
            <a:lvl4pPr>
              <a:defRPr sz="4050" b="1">
                <a:solidFill>
                  <a:srgbClr val="18704A"/>
                </a:solidFill>
                <a:latin typeface="Google Sans Flex"/>
                <a:ea typeface="Google Sans Flex"/>
                <a:cs typeface="Google Sans Flex"/>
              </a:defRPr>
            </a:lvl4pPr>
            <a:lvl5pPr>
              <a:defRPr sz="4050" b="1">
                <a:solidFill>
                  <a:srgbClr val="18704A"/>
                </a:solidFill>
                <a:latin typeface="Google Sans Flex"/>
                <a:ea typeface="Google Sans Flex"/>
                <a:cs typeface="Google Sans Flex"/>
              </a:defRPr>
            </a:lvl5pPr>
            <a:lvl6pPr>
              <a:defRPr sz="4050" b="1">
                <a:solidFill>
                  <a:srgbClr val="18704A"/>
                </a:solidFill>
                <a:latin typeface="Google Sans Flex"/>
                <a:ea typeface="Google Sans Flex"/>
                <a:cs typeface="Google Sans Flex"/>
              </a:defRPr>
            </a:lvl6pPr>
            <a:lvl7pPr>
              <a:defRPr sz="4050" b="1">
                <a:solidFill>
                  <a:srgbClr val="18704A"/>
                </a:solidFill>
                <a:latin typeface="Google Sans Flex"/>
                <a:ea typeface="Google Sans Flex"/>
                <a:cs typeface="Google Sans Flex"/>
              </a:defRPr>
            </a:lvl7pPr>
            <a:lvl8pPr>
              <a:defRPr sz="4050" b="1">
                <a:solidFill>
                  <a:srgbClr val="18704A"/>
                </a:solidFill>
                <a:latin typeface="Google Sans Flex"/>
                <a:ea typeface="Google Sans Flex"/>
                <a:cs typeface="Google Sans Flex"/>
              </a:defRPr>
            </a:lvl8pPr>
            <a:lvl9pPr>
              <a:defRPr sz="4050" b="1">
                <a:solidFill>
                  <a:srgbClr val="18704A"/>
                </a:solidFill>
                <a:latin typeface="Google Sans Flex"/>
                <a:ea typeface="Google Sans Flex"/>
                <a:cs typeface="Google Sans Flex"/>
              </a:defRPr>
            </a:lvl9pPr>
          </a:lstStyle>
          <a:p xmlns:a="http://schemas.openxmlformats.org/drawingml/2006/main">
            <a:pPr>
              <a:defRPr sz="4050" b="1">
                <a:solidFill>
                  <a:srgbClr val="18704A"/>
                </a:solidFill>
                <a:latin typeface="Google Sans Flex"/>
                <a:ea typeface="Google Sans Flex"/>
                <a:cs typeface="Google Sans Flex"/>
              </a:defRPr>
            </a:pPr>
            <a:r>
              <a:rPr sz="4050" b="1">
                <a:solidFill>
                  <a:srgbClr val="18704A"/>
                </a:solidFill>
                <a:latin typeface="Google Sans Flex"/>
                <a:ea typeface="Google Sans Flex"/>
                <a:cs typeface="Google Sans Flex"/>
              </a:rPr>
              <a:t>50</a:t>
            </a:r>
          </a:p>
        </p:txBody>
      </p:sp>
      <p:sp>
        <p:nvSpPr>
          <p:cNvPr id="109" name="claims-label">
            <a:extLst xmlns:a="http://schemas.openxmlformats.org/drawingml/2006/main">
              <a:ext uri="{FF2B5EF4-FFF2-40B4-BE49-F238E27FC236}">
                <a16:creationId xmlns:a16="http://schemas.microsoft.com/office/drawing/2014/main" id="{1AEE4A74-1BDD-4F29-A1A8-551ACB81A3F6}"/>
              </a:ext>
            </a:extLst>
          </p:cNvPr>
          <p:cNvSpPr>
            <a:spLocks xmlns:a="http://schemas.openxmlformats.org/drawingml/2006/main" noGrp="1"/>
          </p:cNvSpPr>
          <p:nvPr/>
        </p:nvSpPr>
        <p:spPr>
          <a:xfrm xmlns:a="http://schemas.openxmlformats.org/drawingml/2006/main">
            <a:off x="5314950" y="27051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Fixes claimed</a:t>
            </a:r>
          </a:p>
        </p:txBody>
      </p:sp>
      <p:sp>
        <p:nvSpPr>
          <p:cNvPr id="110" name="verified-label">
            <a:extLst xmlns:a="http://schemas.openxmlformats.org/drawingml/2006/main">
              <a:ext uri="{FF2B5EF4-FFF2-40B4-BE49-F238E27FC236}">
                <a16:creationId xmlns:a16="http://schemas.microsoft.com/office/drawing/2014/main" id="{090B5136-4849-489A-A7F5-6F25C906EA04}"/>
              </a:ext>
            </a:extLst>
          </p:cNvPr>
          <p:cNvSpPr>
            <a:spLocks xmlns:a="http://schemas.openxmlformats.org/drawingml/2006/main" noGrp="1"/>
          </p:cNvSpPr>
          <p:nvPr/>
        </p:nvSpPr>
        <p:spPr>
          <a:xfrm xmlns:a="http://schemas.openxmlformats.org/drawingml/2006/main">
            <a:off x="7105650" y="270510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Citizen verified</a:t>
            </a:r>
          </a:p>
        </p:txBody>
      </p:sp>
      <p:sp>
        <p:nvSpPr>
          <p:cNvPr id="111" name="claims-bar">
            <a:extLst xmlns:a="http://schemas.openxmlformats.org/drawingml/2006/main">
              <a:ext uri="{FF2B5EF4-FFF2-40B4-BE49-F238E27FC236}">
                <a16:creationId xmlns:a16="http://schemas.microsoft.com/office/drawing/2014/main" id="{762185C8-E518-4DA0-8AAB-3736DCF72923}"/>
              </a:ext>
            </a:extLst>
          </p:cNvPr>
          <p:cNvSpPr>
            <a:spLocks xmlns:a="http://schemas.openxmlformats.org/drawingml/2006/main" noGrp="1"/>
          </p:cNvSpPr>
          <p:nvPr/>
        </p:nvSpPr>
        <p:spPr>
          <a:xfrm xmlns:a="http://schemas.openxmlformats.org/drawingml/2006/main">
            <a:off x="5314950" y="3181350"/>
            <a:ext cx="3143250" cy="171450"/>
          </a:xfrm>
          <a:prstGeom xmlns:a="http://schemas.openxmlformats.org/drawingml/2006/main" prst="rect">
            <a:avLst/>
          </a:prstGeom>
          <a:solidFill xmlns:a="http://schemas.openxmlformats.org/drawingml/2006/main">
            <a:srgbClr val="D3D8D4"/>
          </a:solidFill>
          <a:ln xmlns:a="http://schemas.openxmlformats.org/drawingml/2006/main" w="9525">
            <a:solidFill>
              <a:srgbClr val="D3D8D4"/>
            </a:solidFill>
          </a:ln>
        </p:spPr>
      </p:sp>
      <p:sp>
        <p:nvSpPr>
          <p:cNvPr id="112" name="verified-bar">
            <a:extLst xmlns:a="http://schemas.openxmlformats.org/drawingml/2006/main">
              <a:ext uri="{FF2B5EF4-FFF2-40B4-BE49-F238E27FC236}">
                <a16:creationId xmlns:a16="http://schemas.microsoft.com/office/drawing/2014/main" id="{4E9E5702-E119-4B99-AC03-B9DFA8F801E4}"/>
              </a:ext>
            </a:extLst>
          </p:cNvPr>
          <p:cNvSpPr>
            <a:spLocks xmlns:a="http://schemas.openxmlformats.org/drawingml/2006/main" noGrp="1"/>
          </p:cNvSpPr>
          <p:nvPr/>
        </p:nvSpPr>
        <p:spPr>
          <a:xfrm xmlns:a="http://schemas.openxmlformats.org/drawingml/2006/main">
            <a:off x="5314950" y="3181350"/>
            <a:ext cx="1571625" cy="171450"/>
          </a:xfrm>
          <a:prstGeom xmlns:a="http://schemas.openxmlformats.org/drawingml/2006/main" prst="rect">
            <a:avLst/>
          </a:prstGeom>
          <a:solidFill xmlns:a="http://schemas.openxmlformats.org/drawingml/2006/main">
            <a:srgbClr val="18704A"/>
          </a:solidFill>
          <a:ln xmlns:a="http://schemas.openxmlformats.org/drawingml/2006/main" w="9525">
            <a:solidFill>
              <a:srgbClr val="18704A"/>
            </a:solidFill>
          </a:ln>
        </p:spPr>
      </p:sp>
      <p:sp>
        <p:nvSpPr>
          <p:cNvPr id="113" name="mock-notice">
            <a:extLst xmlns:a="http://schemas.openxmlformats.org/drawingml/2006/main">
              <a:ext uri="{FF2B5EF4-FFF2-40B4-BE49-F238E27FC236}">
                <a16:creationId xmlns:a16="http://schemas.microsoft.com/office/drawing/2014/main" id="{F18DC4D2-7501-41E4-A697-EB22461B07A1}"/>
              </a:ext>
            </a:extLst>
          </p:cNvPr>
          <p:cNvSpPr>
            <a:spLocks xmlns:a="http://schemas.openxmlformats.org/drawingml/2006/main" noGrp="1"/>
          </p:cNvSpPr>
          <p:nvPr/>
        </p:nvSpPr>
        <p:spPr>
          <a:xfrm xmlns:a="http://schemas.openxmlformats.org/drawingml/2006/main">
            <a:off x="5314950" y="37147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Scripted demo records</a:t>
            </a:r>
          </a:p>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Not measured city performance</a:t>
            </a:r>
          </a:p>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Not a product screenshot</a:t>
            </a:r>
          </a:p>
        </p:txBody>
      </p:sp>
    </p:spTree>
    <p:extLst>
      <p:ext uri="{BB962C8B-B14F-4D97-AF65-F5344CB8AC3E}">
        <p14:creationId xmlns:p14="http://schemas.microsoft.com/office/powerpoint/2010/main" val="13138584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8" name="Google Shape;108;p20">
            <a:extLst xmlns:a="http://schemas.openxmlformats.org/drawingml/2006/main">
              <a:ext uri="{FF2B5EF4-FFF2-40B4-BE49-F238E27FC236}">
                <a16:creationId xmlns:a16="http://schemas.microsoft.com/office/drawing/2014/main" id="{307F7E72-FA55-4B5A-ADA8-0478243633B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6446ecfcea24cf8">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09" name="Google Shape;109;p20">
            <a:extLst xmlns:a="http://schemas.openxmlformats.org/drawingml/2006/main">
              <a:ext uri="{FF2B5EF4-FFF2-40B4-BE49-F238E27FC236}">
                <a16:creationId xmlns:a16="http://schemas.microsoft.com/office/drawing/2014/main" id="{41A3C3D0-479B-4418-836E-947F42653871}"/>
              </a:ext>
            </a:extLst>
          </p:cNvPr>
          <p:cNvPicPr>
            <a:picLocks xmlns:a="http://schemas.openxmlformats.org/drawingml/2006/main" noChangeAspect="1"/>
          </p:cNvPicPr>
          <p:nvPr/>
        </p:nvPicPr>
        <p:blipFill>
          <a:blip xmlns:r="http://schemas.openxmlformats.org/officeDocument/2006/relationships" xmlns:a="http://schemas.openxmlformats.org/drawingml/2006/main" r:embed="Recf5ac47db5547f7">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0" name="Google Shape;110;p20">
            <a:extLst xmlns:a="http://schemas.openxmlformats.org/drawingml/2006/main">
              <a:ext uri="{FF2B5EF4-FFF2-40B4-BE49-F238E27FC236}">
                <a16:creationId xmlns:a16="http://schemas.microsoft.com/office/drawing/2014/main" id="{C884C7C3-7043-4858-8241-02E8C79CAB57}"/>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1" name="Google Shape;111;p20">
            <a:extLst xmlns:a="http://schemas.openxmlformats.org/drawingml/2006/main">
              <a:ext uri="{FF2B5EF4-FFF2-40B4-BE49-F238E27FC236}">
                <a16:creationId xmlns:a16="http://schemas.microsoft.com/office/drawing/2014/main" id="{FC070A89-BDAE-480C-BC02-4111325E4355}"/>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Architecture diagram of the proposed solution</a:t>
            </a:r>
            <a:endParaRPr sz="1600">
              <a:latin typeface="Google Sans Flex Medium"/>
              <a:ea typeface="Google Sans Flex Medium"/>
              <a:cs typeface="Google Sans Flex Medium"/>
            </a:endParaRPr>
          </a:p>
        </p:txBody>
      </p:sp>
      <p:sp>
        <p:nvSpPr>
          <p:cNvPr id="112" name="browser">
            <a:extLst xmlns:a="http://schemas.openxmlformats.org/drawingml/2006/main">
              <a:ext uri="{FF2B5EF4-FFF2-40B4-BE49-F238E27FC236}">
                <a16:creationId xmlns:a16="http://schemas.microsoft.com/office/drawing/2014/main" id="{1664FECB-6359-40C4-93D1-7E2B628D95F7}"/>
              </a:ext>
            </a:extLst>
          </p:cNvPr>
          <p:cNvSpPr>
            <a:spLocks xmlns:a="http://schemas.openxmlformats.org/drawingml/2006/main" noGrp="1"/>
          </p:cNvSpPr>
          <p:nvPr/>
        </p:nvSpPr>
        <p:spPr>
          <a:xfrm xmlns:a="http://schemas.openxmlformats.org/drawingml/2006/main">
            <a:off x="495300" y="1562100"/>
            <a:ext cx="21907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3" name="browser-label">
            <a:extLst xmlns:a="http://schemas.openxmlformats.org/drawingml/2006/main">
              <a:ext uri="{FF2B5EF4-FFF2-40B4-BE49-F238E27FC236}">
                <a16:creationId xmlns:a16="http://schemas.microsoft.com/office/drawing/2014/main" id="{EE040A1C-F7D3-41C6-A21D-E09F473AE5F6}"/>
              </a:ext>
            </a:extLst>
          </p:cNvPr>
          <p:cNvSpPr>
            <a:spLocks xmlns:a="http://schemas.openxmlformats.org/drawingml/2006/main" noGrp="1"/>
          </p:cNvSpPr>
          <p:nvPr/>
        </p:nvSpPr>
        <p:spPr>
          <a:xfrm xmlns:a="http://schemas.openxmlformats.org/drawingml/2006/main">
            <a:off x="609600" y="167640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Citizen / officer web</a:t>
            </a:r>
          </a:p>
        </p:txBody>
      </p:sp>
      <p:sp>
        <p:nvSpPr>
          <p:cNvPr id="114" name="browser-sub">
            <a:extLst xmlns:a="http://schemas.openxmlformats.org/drawingml/2006/main">
              <a:ext uri="{FF2B5EF4-FFF2-40B4-BE49-F238E27FC236}">
                <a16:creationId xmlns:a16="http://schemas.microsoft.com/office/drawing/2014/main" id="{42EA3EA6-A925-4621-A53B-042A28D8CAEF}"/>
              </a:ext>
            </a:extLst>
          </p:cNvPr>
          <p:cNvSpPr>
            <a:spLocks xmlns:a="http://schemas.openxmlformats.org/drawingml/2006/main" noGrp="1"/>
          </p:cNvSpPr>
          <p:nvPr/>
        </p:nvSpPr>
        <p:spPr>
          <a:xfrm xmlns:a="http://schemas.openxmlformats.org/drawingml/2006/main">
            <a:off x="609600" y="2009775"/>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React + Firebase Hosting</a:t>
            </a:r>
          </a:p>
        </p:txBody>
      </p:sp>
      <p:sp>
        <p:nvSpPr>
          <p:cNvPr id="115" name="api">
            <a:extLst xmlns:a="http://schemas.openxmlformats.org/drawingml/2006/main">
              <a:ext uri="{FF2B5EF4-FFF2-40B4-BE49-F238E27FC236}">
                <a16:creationId xmlns:a16="http://schemas.microsoft.com/office/drawing/2014/main" id="{3401822F-B0FF-4537-A1C9-D94D5DC38571}"/>
              </a:ext>
            </a:extLst>
          </p:cNvPr>
          <p:cNvSpPr>
            <a:spLocks xmlns:a="http://schemas.openxmlformats.org/drawingml/2006/main" noGrp="1"/>
          </p:cNvSpPr>
          <p:nvPr/>
        </p:nvSpPr>
        <p:spPr>
          <a:xfrm xmlns:a="http://schemas.openxmlformats.org/drawingml/2006/main">
            <a:off x="3286125" y="1562100"/>
            <a:ext cx="2381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6" name="api-label">
            <a:extLst xmlns:a="http://schemas.openxmlformats.org/drawingml/2006/main">
              <a:ext uri="{FF2B5EF4-FFF2-40B4-BE49-F238E27FC236}">
                <a16:creationId xmlns:a16="http://schemas.microsoft.com/office/drawing/2014/main" id="{29747AA6-A936-44C3-AD39-0CC0F23D8679}"/>
              </a:ext>
            </a:extLst>
          </p:cNvPr>
          <p:cNvSpPr>
            <a:spLocks xmlns:a="http://schemas.openxmlformats.org/drawingml/2006/main" noGrp="1"/>
          </p:cNvSpPr>
          <p:nvPr/>
        </p:nvSpPr>
        <p:spPr>
          <a:xfrm xmlns:a="http://schemas.openxmlformats.org/drawingml/2006/main">
            <a:off x="3400425" y="167640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Cloud Run API</a:t>
            </a:r>
          </a:p>
        </p:txBody>
      </p:sp>
      <p:sp>
        <p:nvSpPr>
          <p:cNvPr id="117" name="api-sub">
            <a:extLst xmlns:a="http://schemas.openxmlformats.org/drawingml/2006/main">
              <a:ext uri="{FF2B5EF4-FFF2-40B4-BE49-F238E27FC236}">
                <a16:creationId xmlns:a16="http://schemas.microsoft.com/office/drawing/2014/main" id="{60CA0BA0-B18C-42C2-BCCD-0384179ECB4F}"/>
              </a:ext>
            </a:extLst>
          </p:cNvPr>
          <p:cNvSpPr>
            <a:spLocks xmlns:a="http://schemas.openxmlformats.org/drawingml/2006/main" noGrp="1"/>
          </p:cNvSpPr>
          <p:nvPr/>
        </p:nvSpPr>
        <p:spPr>
          <a:xfrm xmlns:a="http://schemas.openxmlformats.org/drawingml/2006/main">
            <a:off x="3400425" y="2009775"/>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Hono + firebase-admin</a:t>
            </a:r>
          </a:p>
        </p:txBody>
      </p:sp>
      <p:sp>
        <p:nvSpPr>
          <p:cNvPr id="118" name="data">
            <a:extLst xmlns:a="http://schemas.openxmlformats.org/drawingml/2006/main">
              <a:ext uri="{FF2B5EF4-FFF2-40B4-BE49-F238E27FC236}">
                <a16:creationId xmlns:a16="http://schemas.microsoft.com/office/drawing/2014/main" id="{302D6C05-09C5-413A-B834-48B4D1682DCB}"/>
              </a:ext>
            </a:extLst>
          </p:cNvPr>
          <p:cNvSpPr>
            <a:spLocks xmlns:a="http://schemas.openxmlformats.org/drawingml/2006/main" noGrp="1"/>
          </p:cNvSpPr>
          <p:nvPr/>
        </p:nvSpPr>
        <p:spPr>
          <a:xfrm xmlns:a="http://schemas.openxmlformats.org/drawingml/2006/main">
            <a:off x="6286500" y="1562100"/>
            <a:ext cx="23622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9" name="data-label">
            <a:extLst xmlns:a="http://schemas.openxmlformats.org/drawingml/2006/main">
              <a:ext uri="{FF2B5EF4-FFF2-40B4-BE49-F238E27FC236}">
                <a16:creationId xmlns:a16="http://schemas.microsoft.com/office/drawing/2014/main" id="{C68F8184-3279-456A-998B-DB305E81DAE9}"/>
              </a:ext>
            </a:extLst>
          </p:cNvPr>
          <p:cNvSpPr>
            <a:spLocks xmlns:a="http://schemas.openxmlformats.org/drawingml/2006/main" noGrp="1"/>
          </p:cNvSpPr>
          <p:nvPr/>
        </p:nvSpPr>
        <p:spPr>
          <a:xfrm xmlns:a="http://schemas.openxmlformats.org/drawingml/2006/main">
            <a:off x="6400800" y="167640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Firestore + Storage</a:t>
            </a:r>
          </a:p>
        </p:txBody>
      </p:sp>
      <p:sp>
        <p:nvSpPr>
          <p:cNvPr id="120" name="data-sub">
            <a:extLst xmlns:a="http://schemas.openxmlformats.org/drawingml/2006/main">
              <a:ext uri="{FF2B5EF4-FFF2-40B4-BE49-F238E27FC236}">
                <a16:creationId xmlns:a16="http://schemas.microsoft.com/office/drawing/2014/main" id="{FA584925-4C65-474F-B013-50C69FAB2325}"/>
              </a:ext>
            </a:extLst>
          </p:cNvPr>
          <p:cNvSpPr>
            <a:spLocks xmlns:a="http://schemas.openxmlformats.org/drawingml/2006/main" noGrp="1"/>
          </p:cNvSpPr>
          <p:nvPr/>
        </p:nvSpPr>
        <p:spPr>
          <a:xfrm xmlns:a="http://schemas.openxmlformats.org/drawingml/2006/main">
            <a:off x="6400800" y="20097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Records, photos, AI audit</a:t>
            </a:r>
          </a:p>
        </p:txBody>
      </p:sp>
      <p:sp>
        <p:nvSpPr>
          <p:cNvPr id="121" name="">
            <a:extLst xmlns:a="http://schemas.openxmlformats.org/drawingml/2006/main">
              <a:ext uri="{FF2B5EF4-FFF2-40B4-BE49-F238E27FC236}">
                <a16:creationId xmlns:a16="http://schemas.microsoft.com/office/drawing/2014/main" id="{4F7EEF25-CC38-4645-BB2D-30CE6EBF8159}"/>
              </a:ext>
            </a:extLst>
          </p:cNvPr>
          <p:cNvSpPr>
            <a:spLocks xmlns:a="http://schemas.openxmlformats.org/drawingml/2006/main" noGrp="1"/>
          </p:cNvSpPr>
          <p:nvPr/>
        </p:nvSpPr>
        <p:spPr>
          <a:xfrm xmlns:a="http://schemas.openxmlformats.org/drawingml/2006/main">
            <a:off x="2800350" y="1895475"/>
            <a:ext cx="342900" cy="19050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22" name="">
            <a:extLst xmlns:a="http://schemas.openxmlformats.org/drawingml/2006/main">
              <a:ext uri="{FF2B5EF4-FFF2-40B4-BE49-F238E27FC236}">
                <a16:creationId xmlns:a16="http://schemas.microsoft.com/office/drawing/2014/main" id="{5F2F42C4-D595-4727-A004-73F9BD15D17C}"/>
              </a:ext>
            </a:extLst>
          </p:cNvPr>
          <p:cNvSpPr>
            <a:spLocks xmlns:a="http://schemas.openxmlformats.org/drawingml/2006/main" noGrp="1"/>
          </p:cNvSpPr>
          <p:nvPr/>
        </p:nvSpPr>
        <p:spPr>
          <a:xfrm xmlns:a="http://schemas.openxmlformats.org/drawingml/2006/main">
            <a:off x="5791200" y="1895475"/>
            <a:ext cx="342900" cy="19050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23" name="identity">
            <a:extLst xmlns:a="http://schemas.openxmlformats.org/drawingml/2006/main">
              <a:ext uri="{FF2B5EF4-FFF2-40B4-BE49-F238E27FC236}">
                <a16:creationId xmlns:a16="http://schemas.microsoft.com/office/drawing/2014/main" id="{3657C00B-E6AF-47AF-BFD9-0F3FEA6666F8}"/>
              </a:ext>
            </a:extLst>
          </p:cNvPr>
          <p:cNvSpPr>
            <a:spLocks xmlns:a="http://schemas.openxmlformats.org/drawingml/2006/main" noGrp="1"/>
          </p:cNvSpPr>
          <p:nvPr/>
        </p:nvSpPr>
        <p:spPr>
          <a:xfrm xmlns:a="http://schemas.openxmlformats.org/drawingml/2006/main">
            <a:off x="495300" y="3114675"/>
            <a:ext cx="21907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24" name="identity-label">
            <a:extLst xmlns:a="http://schemas.openxmlformats.org/drawingml/2006/main">
              <a:ext uri="{FF2B5EF4-FFF2-40B4-BE49-F238E27FC236}">
                <a16:creationId xmlns:a16="http://schemas.microsoft.com/office/drawing/2014/main" id="{A08D16FB-478C-4118-8BDD-188DB300D71A}"/>
              </a:ext>
            </a:extLst>
          </p:cNvPr>
          <p:cNvSpPr>
            <a:spLocks xmlns:a="http://schemas.openxmlformats.org/drawingml/2006/main" noGrp="1"/>
          </p:cNvSpPr>
          <p:nvPr/>
        </p:nvSpPr>
        <p:spPr>
          <a:xfrm xmlns:a="http://schemas.openxmlformats.org/drawingml/2006/main">
            <a:off x="609600" y="3228975"/>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Firebase Auth</a:t>
            </a:r>
          </a:p>
        </p:txBody>
      </p:sp>
      <p:sp>
        <p:nvSpPr>
          <p:cNvPr id="125" name="identity-sub">
            <a:extLst xmlns:a="http://schemas.openxmlformats.org/drawingml/2006/main">
              <a:ext uri="{FF2B5EF4-FFF2-40B4-BE49-F238E27FC236}">
                <a16:creationId xmlns:a16="http://schemas.microsoft.com/office/drawing/2014/main" id="{04C848DE-9CB2-41D2-9FD5-07D225E36822}"/>
              </a:ext>
            </a:extLst>
          </p:cNvPr>
          <p:cNvSpPr>
            <a:spLocks xmlns:a="http://schemas.openxmlformats.org/drawingml/2006/main" noGrp="1"/>
          </p:cNvSpPr>
          <p:nvPr/>
        </p:nvSpPr>
        <p:spPr>
          <a:xfrm xmlns:a="http://schemas.openxmlformats.org/drawingml/2006/main">
            <a:off x="609600" y="3562350"/>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Identity and demo roles</a:t>
            </a:r>
          </a:p>
        </p:txBody>
      </p:sp>
      <p:sp>
        <p:nvSpPr>
          <p:cNvPr id="126" name="ai">
            <a:extLst xmlns:a="http://schemas.openxmlformats.org/drawingml/2006/main">
              <a:ext uri="{FF2B5EF4-FFF2-40B4-BE49-F238E27FC236}">
                <a16:creationId xmlns:a16="http://schemas.microsoft.com/office/drawing/2014/main" id="{B4301252-3396-4D5F-9178-7B4B1358FB93}"/>
              </a:ext>
            </a:extLst>
          </p:cNvPr>
          <p:cNvSpPr>
            <a:spLocks xmlns:a="http://schemas.openxmlformats.org/drawingml/2006/main" noGrp="1"/>
          </p:cNvSpPr>
          <p:nvPr/>
        </p:nvSpPr>
        <p:spPr>
          <a:xfrm xmlns:a="http://schemas.openxmlformats.org/drawingml/2006/main">
            <a:off x="3286125" y="3114675"/>
            <a:ext cx="2381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27" name="ai-label">
            <a:extLst xmlns:a="http://schemas.openxmlformats.org/drawingml/2006/main">
              <a:ext uri="{FF2B5EF4-FFF2-40B4-BE49-F238E27FC236}">
                <a16:creationId xmlns:a16="http://schemas.microsoft.com/office/drawing/2014/main" id="{3010C9D9-5BF1-4817-9E87-441CE3780E0C}"/>
              </a:ext>
            </a:extLst>
          </p:cNvPr>
          <p:cNvSpPr>
            <a:spLocks xmlns:a="http://schemas.openxmlformats.org/drawingml/2006/main" noGrp="1"/>
          </p:cNvSpPr>
          <p:nvPr/>
        </p:nvSpPr>
        <p:spPr>
          <a:xfrm xmlns:a="http://schemas.openxmlformats.org/drawingml/2006/main">
            <a:off x="3400425" y="3228975"/>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Gemini on Vertex AI</a:t>
            </a:r>
          </a:p>
        </p:txBody>
      </p:sp>
      <p:sp>
        <p:nvSpPr>
          <p:cNvPr id="128" name="ai-sub">
            <a:extLst xmlns:a="http://schemas.openxmlformats.org/drawingml/2006/main">
              <a:ext uri="{FF2B5EF4-FFF2-40B4-BE49-F238E27FC236}">
                <a16:creationId xmlns:a16="http://schemas.microsoft.com/office/drawing/2014/main" id="{4D77DB14-2D07-47CF-B434-3F383CB2AECB}"/>
              </a:ext>
            </a:extLst>
          </p:cNvPr>
          <p:cNvSpPr>
            <a:spLocks xmlns:a="http://schemas.openxmlformats.org/drawingml/2006/main" noGrp="1"/>
          </p:cNvSpPr>
          <p:nvPr/>
        </p:nvSpPr>
        <p:spPr>
          <a:xfrm xmlns:a="http://schemas.openxmlformats.org/drawingml/2006/main">
            <a:off x="3400425" y="35623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Draft, select, observe</a:t>
            </a:r>
          </a:p>
        </p:txBody>
      </p:sp>
      <p:sp>
        <p:nvSpPr>
          <p:cNvPr id="129" name="core">
            <a:extLst xmlns:a="http://schemas.openxmlformats.org/drawingml/2006/main">
              <a:ext uri="{FF2B5EF4-FFF2-40B4-BE49-F238E27FC236}">
                <a16:creationId xmlns:a16="http://schemas.microsoft.com/office/drawing/2014/main" id="{1E75F7A6-67CC-4BA9-A3B2-7DE8044D5752}"/>
              </a:ext>
            </a:extLst>
          </p:cNvPr>
          <p:cNvSpPr>
            <a:spLocks xmlns:a="http://schemas.openxmlformats.org/drawingml/2006/main" noGrp="1"/>
          </p:cNvSpPr>
          <p:nvPr/>
        </p:nvSpPr>
        <p:spPr>
          <a:xfrm xmlns:a="http://schemas.openxmlformats.org/drawingml/2006/main">
            <a:off x="6286500" y="3114675"/>
            <a:ext cx="23622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30" name="core-label">
            <a:extLst xmlns:a="http://schemas.openxmlformats.org/drawingml/2006/main">
              <a:ext uri="{FF2B5EF4-FFF2-40B4-BE49-F238E27FC236}">
                <a16:creationId xmlns:a16="http://schemas.microsoft.com/office/drawing/2014/main" id="{D8FB48A7-B6DE-48C7-8BB9-D34C17E04BCB}"/>
              </a:ext>
            </a:extLst>
          </p:cNvPr>
          <p:cNvSpPr>
            <a:spLocks xmlns:a="http://schemas.openxmlformats.org/drawingml/2006/main" noGrp="1"/>
          </p:cNvSpPr>
          <p:nvPr/>
        </p:nvSpPr>
        <p:spPr>
          <a:xfrm xmlns:a="http://schemas.openxmlformats.org/drawingml/2006/main">
            <a:off x="6400800" y="322897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Deterministic core</a:t>
            </a:r>
          </a:p>
        </p:txBody>
      </p:sp>
      <p:sp>
        <p:nvSpPr>
          <p:cNvPr id="131" name="core-sub">
            <a:extLst xmlns:a="http://schemas.openxmlformats.org/drawingml/2006/main">
              <a:ext uri="{FF2B5EF4-FFF2-40B4-BE49-F238E27FC236}">
                <a16:creationId xmlns:a16="http://schemas.microsoft.com/office/drawing/2014/main" id="{55718C8B-322C-46FB-9C1F-6F704D1FFC70}"/>
              </a:ext>
            </a:extLst>
          </p:cNvPr>
          <p:cNvSpPr>
            <a:spLocks xmlns:a="http://schemas.openxmlformats.org/drawingml/2006/main" noGrp="1"/>
          </p:cNvSpPr>
          <p:nvPr/>
        </p:nvSpPr>
        <p:spPr>
          <a:xfrm xmlns:a="http://schemas.openxmlformats.org/drawingml/2006/main">
            <a:off x="6400800" y="3562350"/>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In-process rules + verifiers</a:t>
            </a:r>
          </a:p>
        </p:txBody>
      </p:sp>
      <p:sp>
        <p:nvSpPr>
          <p:cNvPr id="132" name="">
            <a:extLst xmlns:a="http://schemas.openxmlformats.org/drawingml/2006/main">
              <a:ext uri="{FF2B5EF4-FFF2-40B4-BE49-F238E27FC236}">
                <a16:creationId xmlns:a16="http://schemas.microsoft.com/office/drawing/2014/main" id="{0CE14A44-AD86-4FEA-9704-D35B5F65D1D9}"/>
              </a:ext>
            </a:extLst>
          </p:cNvPr>
          <p:cNvSpPr>
            <a:spLocks xmlns:a="http://schemas.openxmlformats.org/drawingml/2006/main" noGrp="1"/>
          </p:cNvSpPr>
          <p:nvPr/>
        </p:nvSpPr>
        <p:spPr>
          <a:xfrm xmlns:a="http://schemas.openxmlformats.org/drawingml/2006/main">
            <a:off x="1476375" y="2647950"/>
            <a:ext cx="190500" cy="285750"/>
          </a:xfrm>
          <a:prstGeom xmlns:a="http://schemas.openxmlformats.org/drawingml/2006/main" prst="upArrow">
            <a:avLst/>
          </a:prstGeom>
          <a:solidFill xmlns:a="http://schemas.openxmlformats.org/drawingml/2006/main">
            <a:srgbClr val="111111"/>
          </a:solidFill>
          <a:ln xmlns:a="http://schemas.openxmlformats.org/drawingml/2006/main" w="0">
            <a:solidFill>
              <a:srgbClr val="111111"/>
            </a:solidFill>
          </a:ln>
        </p:spPr>
      </p:sp>
      <p:sp>
        <p:nvSpPr>
          <p:cNvPr id="133" name="">
            <a:extLst xmlns:a="http://schemas.openxmlformats.org/drawingml/2006/main">
              <a:ext uri="{FF2B5EF4-FFF2-40B4-BE49-F238E27FC236}">
                <a16:creationId xmlns:a16="http://schemas.microsoft.com/office/drawing/2014/main" id="{484C1F7D-906B-40D6-B085-16D17A8A5E4C}"/>
              </a:ext>
            </a:extLst>
          </p:cNvPr>
          <p:cNvSpPr>
            <a:spLocks xmlns:a="http://schemas.openxmlformats.org/drawingml/2006/main" noGrp="1"/>
          </p:cNvSpPr>
          <p:nvPr/>
        </p:nvSpPr>
        <p:spPr>
          <a:xfrm xmlns:a="http://schemas.openxmlformats.org/drawingml/2006/main">
            <a:off x="4381500" y="2647950"/>
            <a:ext cx="190500" cy="285750"/>
          </a:xfrm>
          <a:prstGeom xmlns:a="http://schemas.openxmlformats.org/drawingml/2006/main" prst="downArrow">
            <a:avLst/>
          </a:prstGeom>
          <a:solidFill xmlns:a="http://schemas.openxmlformats.org/drawingml/2006/main">
            <a:srgbClr val="111111"/>
          </a:solidFill>
          <a:ln xmlns:a="http://schemas.openxmlformats.org/drawingml/2006/main" w="0">
            <a:solidFill>
              <a:srgbClr val="111111"/>
            </a:solidFill>
          </a:ln>
        </p:spPr>
      </p:sp>
      <p:sp>
        <p:nvSpPr>
          <p:cNvPr id="134" name="architecture-note">
            <a:extLst xmlns:a="http://schemas.openxmlformats.org/drawingml/2006/main">
              <a:ext uri="{FF2B5EF4-FFF2-40B4-BE49-F238E27FC236}">
                <a16:creationId xmlns:a16="http://schemas.microsoft.com/office/drawing/2014/main" id="{739A1FF5-CAE1-40ED-892A-692B182E0696}"/>
              </a:ext>
            </a:extLst>
          </p:cNvPr>
          <p:cNvSpPr>
            <a:spLocks xmlns:a="http://schemas.openxmlformats.org/drawingml/2006/main" noGrp="1"/>
          </p:cNvSpPr>
          <p:nvPr/>
        </p:nvSpPr>
        <p:spPr>
          <a:xfrm xmlns:a="http://schemas.openxmlformats.org/drawingml/2006/main">
            <a:off x="495300" y="4333875"/>
            <a:ext cx="815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API owns all writes. Browser reads are read-only. Schema checks, one repair retry, then a safe fallback.</a:t>
            </a:r>
          </a:p>
        </p:txBody>
      </p:sp>
    </p:spTree>
    <p:extLst>
      <p:ext uri="{BB962C8B-B14F-4D97-AF65-F5344CB8AC3E}">
        <p14:creationId xmlns:p14="http://schemas.microsoft.com/office/powerpoint/2010/main" val="4309491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6" name="Google Shape;116;p21">
            <a:extLst xmlns:a="http://schemas.openxmlformats.org/drawingml/2006/main">
              <a:ext uri="{FF2B5EF4-FFF2-40B4-BE49-F238E27FC236}">
                <a16:creationId xmlns:a16="http://schemas.microsoft.com/office/drawing/2014/main" id="{4CFB3DAE-1C26-42B6-958B-D83051AA026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0c3836806db448c">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17" name="Google Shape;117;p21">
            <a:extLst xmlns:a="http://schemas.openxmlformats.org/drawingml/2006/main">
              <a:ext uri="{FF2B5EF4-FFF2-40B4-BE49-F238E27FC236}">
                <a16:creationId xmlns:a16="http://schemas.microsoft.com/office/drawing/2014/main" id="{E4976AB0-2B57-421D-AAC1-1787CF0977EA}"/>
              </a:ext>
            </a:extLst>
          </p:cNvPr>
          <p:cNvPicPr>
            <a:picLocks xmlns:a="http://schemas.openxmlformats.org/drawingml/2006/main" noChangeAspect="1"/>
          </p:cNvPicPr>
          <p:nvPr/>
        </p:nvPicPr>
        <p:blipFill>
          <a:blip xmlns:r="http://schemas.openxmlformats.org/officeDocument/2006/relationships" xmlns:a="http://schemas.openxmlformats.org/drawingml/2006/main" r:embed="R13a6ee5472ed4420">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8" name="Google Shape;118;p21">
            <a:extLst xmlns:a="http://schemas.openxmlformats.org/drawingml/2006/main">
              <a:ext uri="{FF2B5EF4-FFF2-40B4-BE49-F238E27FC236}">
                <a16:creationId xmlns:a16="http://schemas.microsoft.com/office/drawing/2014/main" id="{DADCE568-3242-499E-BA2E-61FC602ADA6A}"/>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9" name="Google Shape;119;p21">
            <a:extLst xmlns:a="http://schemas.openxmlformats.org/drawingml/2006/main">
              <a:ext uri="{FF2B5EF4-FFF2-40B4-BE49-F238E27FC236}">
                <a16:creationId xmlns:a16="http://schemas.microsoft.com/office/drawing/2014/main" id="{E7E71E61-6CDE-4B8A-912B-2AD2937D46DC}"/>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Technologies to be used in the solution</a:t>
            </a:r>
            <a:endParaRPr sz="1600">
              <a:latin typeface="Google Sans Flex Medium"/>
              <a:ea typeface="Google Sans Flex Medium"/>
              <a:cs typeface="Google Sans Flex Medium"/>
            </a:endParaRPr>
          </a:p>
        </p:txBody>
      </p:sp>
      <p:sp>
        <p:nvSpPr>
          <p:cNvPr id="120" name="tech-a-0">
            <a:extLst xmlns:a="http://schemas.openxmlformats.org/drawingml/2006/main">
              <a:ext uri="{FF2B5EF4-FFF2-40B4-BE49-F238E27FC236}">
                <a16:creationId xmlns:a16="http://schemas.microsoft.com/office/drawing/2014/main" id="{6EE1FFBD-A276-48F3-B9E3-B06E1D399B20}"/>
              </a:ext>
            </a:extLst>
          </p:cNvPr>
          <p:cNvSpPr>
            <a:spLocks xmlns:a="http://schemas.openxmlformats.org/drawingml/2006/main" noGrp="1"/>
          </p:cNvSpPr>
          <p:nvPr/>
        </p:nvSpPr>
        <p:spPr>
          <a:xfrm xmlns:a="http://schemas.openxmlformats.org/drawingml/2006/main">
            <a:off x="495300" y="14382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Interface</a:t>
            </a:r>
          </a:p>
        </p:txBody>
      </p:sp>
      <p:sp>
        <p:nvSpPr>
          <p:cNvPr id="121" name="tech-b-0">
            <a:extLst xmlns:a="http://schemas.openxmlformats.org/drawingml/2006/main">
              <a:ext uri="{FF2B5EF4-FFF2-40B4-BE49-F238E27FC236}">
                <a16:creationId xmlns:a16="http://schemas.microsoft.com/office/drawing/2014/main" id="{AE5A7849-61C5-489C-98C7-9B9A22B93C7E}"/>
              </a:ext>
            </a:extLst>
          </p:cNvPr>
          <p:cNvSpPr>
            <a:spLocks xmlns:a="http://schemas.openxmlformats.org/drawingml/2006/main" noGrp="1"/>
          </p:cNvSpPr>
          <p:nvPr/>
        </p:nvSpPr>
        <p:spPr>
          <a:xfrm xmlns:a="http://schemas.openxmlformats.org/drawingml/2006/main">
            <a:off x="2495550" y="143827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React 19, TypeScript, Vite, Tailwind, Motion, MapLibre</a:t>
            </a:r>
          </a:p>
        </p:txBody>
      </p:sp>
      <p:sp>
        <p:nvSpPr>
          <p:cNvPr id="122" name="tech-line-0">
            <a:extLst xmlns:a="http://schemas.openxmlformats.org/drawingml/2006/main">
              <a:ext uri="{FF2B5EF4-FFF2-40B4-BE49-F238E27FC236}">
                <a16:creationId xmlns:a16="http://schemas.microsoft.com/office/drawing/2014/main" id="{E4C7CA13-AB11-466A-94BA-E066374F32AF}"/>
              </a:ext>
            </a:extLst>
          </p:cNvPr>
          <p:cNvSpPr>
            <a:spLocks xmlns:a="http://schemas.openxmlformats.org/drawingml/2006/main" noGrp="1"/>
          </p:cNvSpPr>
          <p:nvPr/>
        </p:nvSpPr>
        <p:spPr>
          <a:xfrm xmlns:a="http://schemas.openxmlformats.org/drawingml/2006/main">
            <a:off x="495300" y="183832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3" name="tech-a-1">
            <a:extLst xmlns:a="http://schemas.openxmlformats.org/drawingml/2006/main">
              <a:ext uri="{FF2B5EF4-FFF2-40B4-BE49-F238E27FC236}">
                <a16:creationId xmlns:a16="http://schemas.microsoft.com/office/drawing/2014/main" id="{99510FA5-52CB-45B0-BFDB-24BAE1BF901F}"/>
              </a:ext>
            </a:extLst>
          </p:cNvPr>
          <p:cNvSpPr>
            <a:spLocks xmlns:a="http://schemas.openxmlformats.org/drawingml/2006/main" noGrp="1"/>
          </p:cNvSpPr>
          <p:nvPr/>
        </p:nvSpPr>
        <p:spPr>
          <a:xfrm xmlns:a="http://schemas.openxmlformats.org/drawingml/2006/main">
            <a:off x="495300" y="194310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Google services</a:t>
            </a:r>
          </a:p>
        </p:txBody>
      </p:sp>
      <p:sp>
        <p:nvSpPr>
          <p:cNvPr id="124" name="tech-b-1">
            <a:extLst xmlns:a="http://schemas.openxmlformats.org/drawingml/2006/main">
              <a:ext uri="{FF2B5EF4-FFF2-40B4-BE49-F238E27FC236}">
                <a16:creationId xmlns:a16="http://schemas.microsoft.com/office/drawing/2014/main" id="{73AE5E2E-E4D7-40C5-84FB-73559893C686}"/>
              </a:ext>
            </a:extLst>
          </p:cNvPr>
          <p:cNvSpPr>
            <a:spLocks xmlns:a="http://schemas.openxmlformats.org/drawingml/2006/main" noGrp="1"/>
          </p:cNvSpPr>
          <p:nvPr/>
        </p:nvSpPr>
        <p:spPr>
          <a:xfrm xmlns:a="http://schemas.openxmlformats.org/drawingml/2006/main">
            <a:off x="2495550" y="194310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Firebase Hosting / Auth / Storage; Firestore; Cloud Run</a:t>
            </a:r>
          </a:p>
        </p:txBody>
      </p:sp>
      <p:sp>
        <p:nvSpPr>
          <p:cNvPr id="125" name="tech-line-1">
            <a:extLst xmlns:a="http://schemas.openxmlformats.org/drawingml/2006/main">
              <a:ext uri="{FF2B5EF4-FFF2-40B4-BE49-F238E27FC236}">
                <a16:creationId xmlns:a16="http://schemas.microsoft.com/office/drawing/2014/main" id="{4368286E-597A-4478-8D1A-B05150E53514}"/>
              </a:ext>
            </a:extLst>
          </p:cNvPr>
          <p:cNvSpPr>
            <a:spLocks xmlns:a="http://schemas.openxmlformats.org/drawingml/2006/main" noGrp="1"/>
          </p:cNvSpPr>
          <p:nvPr/>
        </p:nvSpPr>
        <p:spPr>
          <a:xfrm xmlns:a="http://schemas.openxmlformats.org/drawingml/2006/main">
            <a:off x="495300" y="234315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6" name="tech-a-2">
            <a:extLst xmlns:a="http://schemas.openxmlformats.org/drawingml/2006/main">
              <a:ext uri="{FF2B5EF4-FFF2-40B4-BE49-F238E27FC236}">
                <a16:creationId xmlns:a16="http://schemas.microsoft.com/office/drawing/2014/main" id="{A1A2239C-159E-4D73-ADFC-C79B9C0C44AE}"/>
              </a:ext>
            </a:extLst>
          </p:cNvPr>
          <p:cNvSpPr>
            <a:spLocks xmlns:a="http://schemas.openxmlformats.org/drawingml/2006/main" noGrp="1"/>
          </p:cNvSpPr>
          <p:nvPr/>
        </p:nvSpPr>
        <p:spPr>
          <a:xfrm xmlns:a="http://schemas.openxmlformats.org/drawingml/2006/main">
            <a:off x="495300" y="24479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AI integration</a:t>
            </a:r>
          </a:p>
        </p:txBody>
      </p:sp>
      <p:sp>
        <p:nvSpPr>
          <p:cNvPr id="127" name="tech-b-2">
            <a:extLst xmlns:a="http://schemas.openxmlformats.org/drawingml/2006/main">
              <a:ext uri="{FF2B5EF4-FFF2-40B4-BE49-F238E27FC236}">
                <a16:creationId xmlns:a16="http://schemas.microsoft.com/office/drawing/2014/main" id="{EA64115B-D0CB-4FAE-B60F-6963F6DC540F}"/>
              </a:ext>
            </a:extLst>
          </p:cNvPr>
          <p:cNvSpPr>
            <a:spLocks xmlns:a="http://schemas.openxmlformats.org/drawingml/2006/main" noGrp="1"/>
          </p:cNvSpPr>
          <p:nvPr/>
        </p:nvSpPr>
        <p:spPr>
          <a:xfrm xmlns:a="http://schemas.openxmlformats.org/drawingml/2006/main">
            <a:off x="2495550" y="244792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Gemini on Vertex AI; schema and task verifiers</a:t>
            </a:r>
          </a:p>
        </p:txBody>
      </p:sp>
      <p:sp>
        <p:nvSpPr>
          <p:cNvPr id="128" name="tech-line-2">
            <a:extLst xmlns:a="http://schemas.openxmlformats.org/drawingml/2006/main">
              <a:ext uri="{FF2B5EF4-FFF2-40B4-BE49-F238E27FC236}">
                <a16:creationId xmlns:a16="http://schemas.microsoft.com/office/drawing/2014/main" id="{958D1800-9277-4F04-92B7-9A6671A48B56}"/>
              </a:ext>
            </a:extLst>
          </p:cNvPr>
          <p:cNvSpPr>
            <a:spLocks xmlns:a="http://schemas.openxmlformats.org/drawingml/2006/main" noGrp="1"/>
          </p:cNvSpPr>
          <p:nvPr/>
        </p:nvSpPr>
        <p:spPr>
          <a:xfrm xmlns:a="http://schemas.openxmlformats.org/drawingml/2006/main">
            <a:off x="495300" y="284797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9" name="tech-a-3">
            <a:extLst xmlns:a="http://schemas.openxmlformats.org/drawingml/2006/main">
              <a:ext uri="{FF2B5EF4-FFF2-40B4-BE49-F238E27FC236}">
                <a16:creationId xmlns:a16="http://schemas.microsoft.com/office/drawing/2014/main" id="{C8E7926C-E936-4DEB-85A5-E3AB48316155}"/>
              </a:ext>
            </a:extLst>
          </p:cNvPr>
          <p:cNvSpPr>
            <a:spLocks xmlns:a="http://schemas.openxmlformats.org/drawingml/2006/main" noGrp="1"/>
          </p:cNvSpPr>
          <p:nvPr/>
        </p:nvSpPr>
        <p:spPr>
          <a:xfrm xmlns:a="http://schemas.openxmlformats.org/drawingml/2006/main">
            <a:off x="495300" y="29527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API and domain</a:t>
            </a:r>
          </a:p>
        </p:txBody>
      </p:sp>
      <p:sp>
        <p:nvSpPr>
          <p:cNvPr id="130" name="tech-b-3">
            <a:extLst xmlns:a="http://schemas.openxmlformats.org/drawingml/2006/main">
              <a:ext uri="{FF2B5EF4-FFF2-40B4-BE49-F238E27FC236}">
                <a16:creationId xmlns:a16="http://schemas.microsoft.com/office/drawing/2014/main" id="{334A9593-3ECC-4BAC-A8BD-D860F7CCA126}"/>
              </a:ext>
            </a:extLst>
          </p:cNvPr>
          <p:cNvSpPr>
            <a:spLocks xmlns:a="http://schemas.openxmlformats.org/drawingml/2006/main" noGrp="1"/>
          </p:cNvSpPr>
          <p:nvPr/>
        </p:nvSpPr>
        <p:spPr>
          <a:xfrm xmlns:a="http://schemas.openxmlformats.org/drawingml/2006/main">
            <a:off x="2495550" y="295275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Node.js, Hono, firebase-admin, shared deterministic rules</a:t>
            </a:r>
          </a:p>
        </p:txBody>
      </p:sp>
      <p:sp>
        <p:nvSpPr>
          <p:cNvPr id="131" name="tech-line-3">
            <a:extLst xmlns:a="http://schemas.openxmlformats.org/drawingml/2006/main">
              <a:ext uri="{FF2B5EF4-FFF2-40B4-BE49-F238E27FC236}">
                <a16:creationId xmlns:a16="http://schemas.microsoft.com/office/drawing/2014/main" id="{E834B7FE-3B30-426A-9BE8-733E33A568BD}"/>
              </a:ext>
            </a:extLst>
          </p:cNvPr>
          <p:cNvSpPr>
            <a:spLocks xmlns:a="http://schemas.openxmlformats.org/drawingml/2006/main" noGrp="1"/>
          </p:cNvSpPr>
          <p:nvPr/>
        </p:nvSpPr>
        <p:spPr>
          <a:xfrm xmlns:a="http://schemas.openxmlformats.org/drawingml/2006/main">
            <a:off x="495300" y="335280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2" name="tech-a-4">
            <a:extLst xmlns:a="http://schemas.openxmlformats.org/drawingml/2006/main">
              <a:ext uri="{FF2B5EF4-FFF2-40B4-BE49-F238E27FC236}">
                <a16:creationId xmlns:a16="http://schemas.microsoft.com/office/drawing/2014/main" id="{D6A2823F-A47A-46E0-B25F-58DEA0D18E47}"/>
              </a:ext>
            </a:extLst>
          </p:cNvPr>
          <p:cNvSpPr>
            <a:spLocks xmlns:a="http://schemas.openxmlformats.org/drawingml/2006/main" noGrp="1"/>
          </p:cNvSpPr>
          <p:nvPr/>
        </p:nvSpPr>
        <p:spPr>
          <a:xfrm xmlns:a="http://schemas.openxmlformats.org/drawingml/2006/main">
            <a:off x="495300" y="34575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Privacy</a:t>
            </a:r>
          </a:p>
        </p:txBody>
      </p:sp>
      <p:sp>
        <p:nvSpPr>
          <p:cNvPr id="133" name="tech-b-4">
            <a:extLst xmlns:a="http://schemas.openxmlformats.org/drawingml/2006/main">
              <a:ext uri="{FF2B5EF4-FFF2-40B4-BE49-F238E27FC236}">
                <a16:creationId xmlns:a16="http://schemas.microsoft.com/office/drawing/2014/main" id="{13C7A36F-25B2-49D7-ADAC-F186264E1B97}"/>
              </a:ext>
            </a:extLst>
          </p:cNvPr>
          <p:cNvSpPr>
            <a:spLocks xmlns:a="http://schemas.openxmlformats.org/drawingml/2006/main" noGrp="1"/>
          </p:cNvSpPr>
          <p:nvPr/>
        </p:nvSpPr>
        <p:spPr>
          <a:xfrm xmlns:a="http://schemas.openxmlformats.org/drawingml/2006/main">
            <a:off x="2495550" y="345757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API-only writes, EXIF removal, PII scrub, private citizen audio</a:t>
            </a:r>
          </a:p>
        </p:txBody>
      </p:sp>
      <p:sp>
        <p:nvSpPr>
          <p:cNvPr id="134" name="tech-line-4">
            <a:extLst xmlns:a="http://schemas.openxmlformats.org/drawingml/2006/main">
              <a:ext uri="{FF2B5EF4-FFF2-40B4-BE49-F238E27FC236}">
                <a16:creationId xmlns:a16="http://schemas.microsoft.com/office/drawing/2014/main" id="{785B0F3E-06A3-4A26-B542-06567533A7A8}"/>
              </a:ext>
            </a:extLst>
          </p:cNvPr>
          <p:cNvSpPr>
            <a:spLocks xmlns:a="http://schemas.openxmlformats.org/drawingml/2006/main" noGrp="1"/>
          </p:cNvSpPr>
          <p:nvPr/>
        </p:nvSpPr>
        <p:spPr>
          <a:xfrm xmlns:a="http://schemas.openxmlformats.org/drawingml/2006/main">
            <a:off x="495300" y="385762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5" name="tech-a-5">
            <a:extLst xmlns:a="http://schemas.openxmlformats.org/drawingml/2006/main">
              <a:ext uri="{FF2B5EF4-FFF2-40B4-BE49-F238E27FC236}">
                <a16:creationId xmlns:a16="http://schemas.microsoft.com/office/drawing/2014/main" id="{16306868-0372-494F-8B87-CF28416C12EB}"/>
              </a:ext>
            </a:extLst>
          </p:cNvPr>
          <p:cNvSpPr>
            <a:spLocks xmlns:a="http://schemas.openxmlformats.org/drawingml/2006/main" noGrp="1"/>
          </p:cNvSpPr>
          <p:nvPr/>
        </p:nvSpPr>
        <p:spPr>
          <a:xfrm xmlns:a="http://schemas.openxmlformats.org/drawingml/2006/main">
            <a:off x="495300" y="396240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Evidence</a:t>
            </a:r>
          </a:p>
        </p:txBody>
      </p:sp>
      <p:sp>
        <p:nvSpPr>
          <p:cNvPr id="136" name="tech-b-5">
            <a:extLst xmlns:a="http://schemas.openxmlformats.org/drawingml/2006/main">
              <a:ext uri="{FF2B5EF4-FFF2-40B4-BE49-F238E27FC236}">
                <a16:creationId xmlns:a16="http://schemas.microsoft.com/office/drawing/2014/main" id="{DC6C6869-B477-4DA4-8650-06C333D4AC4E}"/>
              </a:ext>
            </a:extLst>
          </p:cNvPr>
          <p:cNvSpPr>
            <a:spLocks xmlns:a="http://schemas.openxmlformats.org/drawingml/2006/main" noGrp="1"/>
          </p:cNvSpPr>
          <p:nvPr/>
        </p:nvSpPr>
        <p:spPr>
          <a:xfrm xmlns:a="http://schemas.openxmlformats.org/drawingml/2006/main">
            <a:off x="2495550" y="396240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Original reports, append-only events, source attribution, demo labels</a:t>
            </a:r>
          </a:p>
        </p:txBody>
      </p:sp>
    </p:spTree>
    <p:extLst>
      <p:ext uri="{BB962C8B-B14F-4D97-AF65-F5344CB8AC3E}">
        <p14:creationId xmlns:p14="http://schemas.microsoft.com/office/powerpoint/2010/main" val="1421826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24" name="Google Shape;124;p22">
            <a:extLst xmlns:a="http://schemas.openxmlformats.org/drawingml/2006/main">
              <a:ext uri="{FF2B5EF4-FFF2-40B4-BE49-F238E27FC236}">
                <a16:creationId xmlns:a16="http://schemas.microsoft.com/office/drawing/2014/main" id="{8B6B2080-EC4E-4706-B6BC-9ED53C21EA9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f65e07566644d0a">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25" name="Google Shape;125;p22">
            <a:extLst xmlns:a="http://schemas.openxmlformats.org/drawingml/2006/main">
              <a:ext uri="{FF2B5EF4-FFF2-40B4-BE49-F238E27FC236}">
                <a16:creationId xmlns:a16="http://schemas.microsoft.com/office/drawing/2014/main" id="{34073E79-3583-4260-9A4C-B71F9EFBF66C}"/>
              </a:ext>
            </a:extLst>
          </p:cNvPr>
          <p:cNvPicPr>
            <a:picLocks xmlns:a="http://schemas.openxmlformats.org/drawingml/2006/main" noChangeAspect="1"/>
          </p:cNvPicPr>
          <p:nvPr/>
        </p:nvPicPr>
        <p:blipFill>
          <a:blip xmlns:r="http://schemas.openxmlformats.org/officeDocument/2006/relationships" xmlns:a="http://schemas.openxmlformats.org/drawingml/2006/main" r:embed="R955471b7d78e4e69">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26" name="Google Shape;126;p22">
            <a:extLst xmlns:a="http://schemas.openxmlformats.org/drawingml/2006/main">
              <a:ext uri="{FF2B5EF4-FFF2-40B4-BE49-F238E27FC236}">
                <a16:creationId xmlns:a16="http://schemas.microsoft.com/office/drawing/2014/main" id="{5A83119C-2819-422A-95DA-5C21D5779154}"/>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27" name="Google Shape;127;p22">
            <a:extLst xmlns:a="http://schemas.openxmlformats.org/drawingml/2006/main">
              <a:ext uri="{FF2B5EF4-FFF2-40B4-BE49-F238E27FC236}">
                <a16:creationId xmlns:a16="http://schemas.microsoft.com/office/drawing/2014/main" id="{63757B39-CAA8-4741-B538-5D9BE5D41F7E}"/>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Estimated implementation cost (optional)</a:t>
            </a:r>
            <a:endParaRPr sz="1600">
              <a:latin typeface="Google Sans Flex Medium"/>
              <a:ea typeface="Google Sans Flex Medium"/>
              <a:cs typeface="Google Sans Flex Medium"/>
            </a:endParaRPr>
          </a:p>
        </p:txBody>
      </p:sp>
      <p:sp>
        <p:nvSpPr>
          <p:cNvPr id="128" name="cost-head">
            <a:extLst xmlns:a="http://schemas.openxmlformats.org/drawingml/2006/main">
              <a:ext uri="{FF2B5EF4-FFF2-40B4-BE49-F238E27FC236}">
                <a16:creationId xmlns:a16="http://schemas.microsoft.com/office/drawing/2014/main" id="{EAC763B4-F1D0-467B-9D06-99BDB3190B51}"/>
              </a:ext>
            </a:extLst>
          </p:cNvPr>
          <p:cNvSpPr>
            <a:spLocks xmlns:a="http://schemas.openxmlformats.org/drawingml/2006/main" noGrp="1"/>
          </p:cNvSpPr>
          <p:nvPr/>
        </p:nvSpPr>
        <p:spPr>
          <a:xfrm xmlns:a="http://schemas.openxmlformats.org/drawingml/2006/main">
            <a:off x="495300" y="1428750"/>
            <a:ext cx="8153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11111"/>
                </a:solidFill>
                <a:latin typeface="Google Sans Flex"/>
                <a:ea typeface="Google Sans Flex"/>
                <a:cs typeface="Google Sans Flex"/>
              </a:defRPr>
            </a:defPPr>
            <a:lvl1pPr>
              <a:defRPr sz="2175" b="1">
                <a:solidFill>
                  <a:srgbClr val="111111"/>
                </a:solidFill>
                <a:latin typeface="Google Sans Flex"/>
                <a:ea typeface="Google Sans Flex"/>
                <a:cs typeface="Google Sans Flex"/>
              </a:defRPr>
            </a:lvl1pPr>
            <a:lvl2pPr>
              <a:defRPr sz="2175" b="1">
                <a:solidFill>
                  <a:srgbClr val="111111"/>
                </a:solidFill>
                <a:latin typeface="Google Sans Flex"/>
                <a:ea typeface="Google Sans Flex"/>
                <a:cs typeface="Google Sans Flex"/>
              </a:defRPr>
            </a:lvl2pPr>
            <a:lvl3pPr>
              <a:defRPr sz="2175" b="1">
                <a:solidFill>
                  <a:srgbClr val="111111"/>
                </a:solidFill>
                <a:latin typeface="Google Sans Flex"/>
                <a:ea typeface="Google Sans Flex"/>
                <a:cs typeface="Google Sans Flex"/>
              </a:defRPr>
            </a:lvl3pPr>
            <a:lvl4pPr>
              <a:defRPr sz="2175" b="1">
                <a:solidFill>
                  <a:srgbClr val="111111"/>
                </a:solidFill>
                <a:latin typeface="Google Sans Flex"/>
                <a:ea typeface="Google Sans Flex"/>
                <a:cs typeface="Google Sans Flex"/>
              </a:defRPr>
            </a:lvl4pPr>
            <a:lvl5pPr>
              <a:defRPr sz="2175" b="1">
                <a:solidFill>
                  <a:srgbClr val="111111"/>
                </a:solidFill>
                <a:latin typeface="Google Sans Flex"/>
                <a:ea typeface="Google Sans Flex"/>
                <a:cs typeface="Google Sans Flex"/>
              </a:defRPr>
            </a:lvl5pPr>
            <a:lvl6pPr>
              <a:defRPr sz="2175" b="1">
                <a:solidFill>
                  <a:srgbClr val="111111"/>
                </a:solidFill>
                <a:latin typeface="Google Sans Flex"/>
                <a:ea typeface="Google Sans Flex"/>
                <a:cs typeface="Google Sans Flex"/>
              </a:defRPr>
            </a:lvl6pPr>
            <a:lvl7pPr>
              <a:defRPr sz="2175" b="1">
                <a:solidFill>
                  <a:srgbClr val="111111"/>
                </a:solidFill>
                <a:latin typeface="Google Sans Flex"/>
                <a:ea typeface="Google Sans Flex"/>
                <a:cs typeface="Google Sans Flex"/>
              </a:defRPr>
            </a:lvl7pPr>
            <a:lvl8pPr>
              <a:defRPr sz="2175" b="1">
                <a:solidFill>
                  <a:srgbClr val="111111"/>
                </a:solidFill>
                <a:latin typeface="Google Sans Flex"/>
                <a:ea typeface="Google Sans Flex"/>
                <a:cs typeface="Google Sans Flex"/>
              </a:defRPr>
            </a:lvl8pPr>
            <a:lvl9pPr>
              <a:defRPr sz="2175" b="1">
                <a:solidFill>
                  <a:srgbClr val="111111"/>
                </a:solidFill>
                <a:latin typeface="Google Sans Flex"/>
                <a:ea typeface="Google Sans Flex"/>
                <a:cs typeface="Google Sans Flex"/>
              </a:defRPr>
            </a:lvl9pPr>
          </a:lstStyle>
          <a:p xmlns:a="http://schemas.openxmlformats.org/drawingml/2006/main">
            <a:pPr>
              <a:defRPr sz="2175" b="1">
                <a:solidFill>
                  <a:srgbClr val="111111"/>
                </a:solidFill>
                <a:latin typeface="Google Sans Flex"/>
                <a:ea typeface="Google Sans Flex"/>
                <a:cs typeface="Google Sans Flex"/>
              </a:defRPr>
            </a:pPr>
            <a:r>
              <a:rPr sz="2175" b="1">
                <a:solidFill>
                  <a:srgbClr val="111111"/>
                </a:solidFill>
                <a:latin typeface="Google Sans Flex"/>
                <a:ea typeface="Google Sans Flex"/>
                <a:cs typeface="Google Sans Flex"/>
              </a:rPr>
              <a:t>Cloud cost has not been measured</a:t>
            </a:r>
          </a:p>
        </p:txBody>
      </p:sp>
      <p:sp>
        <p:nvSpPr>
          <p:cNvPr id="129" name="cost-label-0">
            <a:extLst xmlns:a="http://schemas.openxmlformats.org/drawingml/2006/main">
              <a:ext uri="{FF2B5EF4-FFF2-40B4-BE49-F238E27FC236}">
                <a16:creationId xmlns:a16="http://schemas.microsoft.com/office/drawing/2014/main" id="{EB65D9E6-CF10-4FB0-BABD-A777FD496C67}"/>
              </a:ext>
            </a:extLst>
          </p:cNvPr>
          <p:cNvSpPr>
            <a:spLocks xmlns:a="http://schemas.openxmlformats.org/drawingml/2006/main" noGrp="1"/>
          </p:cNvSpPr>
          <p:nvPr/>
        </p:nvSpPr>
        <p:spPr>
          <a:xfrm xmlns:a="http://schemas.openxmlformats.org/drawingml/2006/main">
            <a:off x="495300" y="21907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Cloud Run</a:t>
            </a:r>
          </a:p>
        </p:txBody>
      </p:sp>
      <p:sp>
        <p:nvSpPr>
          <p:cNvPr id="130" name="cost-copy-0">
            <a:extLst xmlns:a="http://schemas.openxmlformats.org/drawingml/2006/main">
              <a:ext uri="{FF2B5EF4-FFF2-40B4-BE49-F238E27FC236}">
                <a16:creationId xmlns:a16="http://schemas.microsoft.com/office/drawing/2014/main" id="{4683367E-F22E-4A54-B0D2-163142C46684}"/>
              </a:ext>
            </a:extLst>
          </p:cNvPr>
          <p:cNvSpPr>
            <a:spLocks xmlns:a="http://schemas.openxmlformats.org/drawingml/2006/main" noGrp="1"/>
          </p:cNvSpPr>
          <p:nvPr/>
        </p:nvSpPr>
        <p:spPr>
          <a:xfrm xmlns:a="http://schemas.openxmlformats.org/drawingml/2006/main">
            <a:off x="2571750" y="21907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CPU, memory, requests and warm-instance time</a:t>
            </a:r>
          </a:p>
        </p:txBody>
      </p:sp>
      <p:sp>
        <p:nvSpPr>
          <p:cNvPr id="131" name="cost-label-1">
            <a:extLst xmlns:a="http://schemas.openxmlformats.org/drawingml/2006/main">
              <a:ext uri="{FF2B5EF4-FFF2-40B4-BE49-F238E27FC236}">
                <a16:creationId xmlns:a16="http://schemas.microsoft.com/office/drawing/2014/main" id="{697D0F88-BE83-4A31-BF1B-D5458A993707}"/>
              </a:ext>
            </a:extLst>
          </p:cNvPr>
          <p:cNvSpPr>
            <a:spLocks xmlns:a="http://schemas.openxmlformats.org/drawingml/2006/main" noGrp="1"/>
          </p:cNvSpPr>
          <p:nvPr/>
        </p:nvSpPr>
        <p:spPr>
          <a:xfrm xmlns:a="http://schemas.openxmlformats.org/drawingml/2006/main">
            <a:off x="495300" y="26479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Vertex Gemini</a:t>
            </a:r>
          </a:p>
        </p:txBody>
      </p:sp>
      <p:sp>
        <p:nvSpPr>
          <p:cNvPr id="132" name="cost-copy-1">
            <a:extLst xmlns:a="http://schemas.openxmlformats.org/drawingml/2006/main">
              <a:ext uri="{FF2B5EF4-FFF2-40B4-BE49-F238E27FC236}">
                <a16:creationId xmlns:a16="http://schemas.microsoft.com/office/drawing/2014/main" id="{ADA065B7-550C-4841-8356-8F9D0B7E1E8E}"/>
              </a:ext>
            </a:extLst>
          </p:cNvPr>
          <p:cNvSpPr>
            <a:spLocks xmlns:a="http://schemas.openxmlformats.org/drawingml/2006/main" noGrp="1"/>
          </p:cNvSpPr>
          <p:nvPr/>
        </p:nvSpPr>
        <p:spPr>
          <a:xfrm xmlns:a="http://schemas.openxmlformats.org/drawingml/2006/main">
            <a:off x="2571750" y="26479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Input/output tokens and media processing</a:t>
            </a:r>
          </a:p>
        </p:txBody>
      </p:sp>
      <p:sp>
        <p:nvSpPr>
          <p:cNvPr id="133" name="cost-label-2">
            <a:extLst xmlns:a="http://schemas.openxmlformats.org/drawingml/2006/main">
              <a:ext uri="{FF2B5EF4-FFF2-40B4-BE49-F238E27FC236}">
                <a16:creationId xmlns:a16="http://schemas.microsoft.com/office/drawing/2014/main" id="{B12F9B69-1568-4ADE-805C-3DF3297FEC5E}"/>
              </a:ext>
            </a:extLst>
          </p:cNvPr>
          <p:cNvSpPr>
            <a:spLocks xmlns:a="http://schemas.openxmlformats.org/drawingml/2006/main" noGrp="1"/>
          </p:cNvSpPr>
          <p:nvPr/>
        </p:nvSpPr>
        <p:spPr>
          <a:xfrm xmlns:a="http://schemas.openxmlformats.org/drawingml/2006/main">
            <a:off x="495300" y="31051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Firestore</a:t>
            </a:r>
          </a:p>
        </p:txBody>
      </p:sp>
      <p:sp>
        <p:nvSpPr>
          <p:cNvPr id="134" name="cost-copy-2">
            <a:extLst xmlns:a="http://schemas.openxmlformats.org/drawingml/2006/main">
              <a:ext uri="{FF2B5EF4-FFF2-40B4-BE49-F238E27FC236}">
                <a16:creationId xmlns:a16="http://schemas.microsoft.com/office/drawing/2014/main" id="{FB6D4223-0294-4935-956F-FF42D8A7B299}"/>
              </a:ext>
            </a:extLst>
          </p:cNvPr>
          <p:cNvSpPr>
            <a:spLocks xmlns:a="http://schemas.openxmlformats.org/drawingml/2006/main" noGrp="1"/>
          </p:cNvSpPr>
          <p:nvPr/>
        </p:nvSpPr>
        <p:spPr>
          <a:xfrm xmlns:a="http://schemas.openxmlformats.org/drawingml/2006/main">
            <a:off x="2571750" y="31051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Reads, writes, indexes and retention</a:t>
            </a:r>
          </a:p>
        </p:txBody>
      </p:sp>
      <p:sp>
        <p:nvSpPr>
          <p:cNvPr id="135" name="cost-label-3">
            <a:extLst xmlns:a="http://schemas.openxmlformats.org/drawingml/2006/main">
              <a:ext uri="{FF2B5EF4-FFF2-40B4-BE49-F238E27FC236}">
                <a16:creationId xmlns:a16="http://schemas.microsoft.com/office/drawing/2014/main" id="{F3D3E3A7-1DF2-4595-BAF2-44B394A50A78}"/>
              </a:ext>
            </a:extLst>
          </p:cNvPr>
          <p:cNvSpPr>
            <a:spLocks xmlns:a="http://schemas.openxmlformats.org/drawingml/2006/main" noGrp="1"/>
          </p:cNvSpPr>
          <p:nvPr/>
        </p:nvSpPr>
        <p:spPr>
          <a:xfrm xmlns:a="http://schemas.openxmlformats.org/drawingml/2006/main">
            <a:off x="495300" y="35623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Storage</a:t>
            </a:r>
          </a:p>
        </p:txBody>
      </p:sp>
      <p:sp>
        <p:nvSpPr>
          <p:cNvPr id="136" name="cost-copy-3">
            <a:extLst xmlns:a="http://schemas.openxmlformats.org/drawingml/2006/main">
              <a:ext uri="{FF2B5EF4-FFF2-40B4-BE49-F238E27FC236}">
                <a16:creationId xmlns:a16="http://schemas.microsoft.com/office/drawing/2014/main" id="{C939689A-0454-4B6A-AE95-2047C380AA4F}"/>
              </a:ext>
            </a:extLst>
          </p:cNvPr>
          <p:cNvSpPr>
            <a:spLocks xmlns:a="http://schemas.openxmlformats.org/drawingml/2006/main" noGrp="1"/>
          </p:cNvSpPr>
          <p:nvPr/>
        </p:nvSpPr>
        <p:spPr>
          <a:xfrm xmlns:a="http://schemas.openxmlformats.org/drawingml/2006/main">
            <a:off x="2571750" y="35623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Evidence size, downloads and retention</a:t>
            </a:r>
          </a:p>
        </p:txBody>
      </p:sp>
      <p:sp>
        <p:nvSpPr>
          <p:cNvPr id="137" name="cost-plan">
            <a:extLst xmlns:a="http://schemas.openxmlformats.org/drawingml/2006/main">
              <a:ext uri="{FF2B5EF4-FFF2-40B4-BE49-F238E27FC236}">
                <a16:creationId xmlns:a16="http://schemas.microsoft.com/office/drawing/2014/main" id="{9575513E-B5BF-44D7-B1E9-CDFF014AC640}"/>
              </a:ext>
            </a:extLst>
          </p:cNvPr>
          <p:cNvSpPr>
            <a:spLocks xmlns:a="http://schemas.openxmlformats.org/drawingml/2006/main" noGrp="1"/>
          </p:cNvSpPr>
          <p:nvPr/>
        </p:nvSpPr>
        <p:spPr>
          <a:xfrm xmlns:a="http://schemas.openxmlformats.org/drawingml/2006/main">
            <a:off x="495300" y="4238625"/>
            <a:ext cx="815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Cloud spending and alert setup are deferred. A $25 alert is planned; it is not a spending cap. No measured monthly cost is claimed.</a:t>
            </a:r>
          </a:p>
        </p:txBody>
      </p:sp>
    </p:spTree>
    <p:extLst>
      <p:ext uri="{BB962C8B-B14F-4D97-AF65-F5344CB8AC3E}">
        <p14:creationId xmlns:p14="http://schemas.microsoft.com/office/powerpoint/2010/main" val="12391674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2" name="Google Shape;132;p23">
            <a:extLst xmlns:a="http://schemas.openxmlformats.org/drawingml/2006/main">
              <a:ext uri="{FF2B5EF4-FFF2-40B4-BE49-F238E27FC236}">
                <a16:creationId xmlns:a16="http://schemas.microsoft.com/office/drawing/2014/main" id="{80050E4C-FD08-4177-ADE7-E5BCF693109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a742a19c81e45bc">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33" name="Google Shape;133;p23">
            <a:extLst xmlns:a="http://schemas.openxmlformats.org/drawingml/2006/main">
              <a:ext uri="{FF2B5EF4-FFF2-40B4-BE49-F238E27FC236}">
                <a16:creationId xmlns:a16="http://schemas.microsoft.com/office/drawing/2014/main" id="{0497A67E-13F3-4E78-AC1B-DCDB936C8DC1}"/>
              </a:ext>
            </a:extLst>
          </p:cNvPr>
          <p:cNvPicPr>
            <a:picLocks xmlns:a="http://schemas.openxmlformats.org/drawingml/2006/main" noChangeAspect="1"/>
          </p:cNvPicPr>
          <p:nvPr/>
        </p:nvPicPr>
        <p:blipFill>
          <a:blip xmlns:r="http://schemas.openxmlformats.org/officeDocument/2006/relationships" xmlns:a="http://schemas.openxmlformats.org/drawingml/2006/main" r:embed="R8f1a23fb5ae44abf">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34" name="Google Shape;134;p23">
            <a:extLst xmlns:a="http://schemas.openxmlformats.org/drawingml/2006/main">
              <a:ext uri="{FF2B5EF4-FFF2-40B4-BE49-F238E27FC236}">
                <a16:creationId xmlns:a16="http://schemas.microsoft.com/office/drawing/2014/main" id="{634A47C6-1437-4754-B6BC-1B72EF529217}"/>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35" name="Google Shape;135;p23">
            <a:extLst xmlns:a="http://schemas.openxmlformats.org/drawingml/2006/main">
              <a:ext uri="{FF2B5EF4-FFF2-40B4-BE49-F238E27FC236}">
                <a16:creationId xmlns:a16="http://schemas.microsoft.com/office/drawing/2014/main" id="{40EF31B7-3A38-43CC-B25F-85808546F77C}"/>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Snapshots of the prototype</a:t>
            </a:r>
            <a:endParaRPr sz="1600">
              <a:latin typeface="Google Sans Flex Medium"/>
              <a:ea typeface="Google Sans Flex Medium"/>
              <a:cs typeface="Google Sans Flex Medium"/>
            </a:endParaRPr>
          </a:p>
        </p:txBody>
      </p:sp>
      <p:sp>
        <p:nvSpPr>
          <p:cNvPr id="136" name="snapshot-status">
            <a:extLst xmlns:a="http://schemas.openxmlformats.org/drawingml/2006/main">
              <a:ext uri="{FF2B5EF4-FFF2-40B4-BE49-F238E27FC236}">
                <a16:creationId xmlns:a16="http://schemas.microsoft.com/office/drawing/2014/main" id="{6D8C251A-D50B-4895-B9D4-775604E4089C}"/>
              </a:ext>
            </a:extLst>
          </p:cNvPr>
          <p:cNvSpPr>
            <a:spLocks xmlns:a="http://schemas.openxmlformats.org/drawingml/2006/main" noGrp="1"/>
          </p:cNvSpPr>
          <p:nvPr/>
        </p:nvSpPr>
        <p:spPr>
          <a:xfrm xmlns:a="http://schemas.openxmlformats.org/drawingml/2006/main">
            <a:off x="495300" y="1495425"/>
            <a:ext cx="8153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11111"/>
                </a:solidFill>
                <a:latin typeface="Google Sans Flex"/>
                <a:ea typeface="Google Sans Flex"/>
                <a:cs typeface="Google Sans Flex"/>
              </a:defRPr>
            </a:defPPr>
            <a:lvl1pPr>
              <a:defRPr sz="2250" b="1">
                <a:solidFill>
                  <a:srgbClr val="111111"/>
                </a:solidFill>
                <a:latin typeface="Google Sans Flex"/>
                <a:ea typeface="Google Sans Flex"/>
                <a:cs typeface="Google Sans Flex"/>
              </a:defRPr>
            </a:lvl1pPr>
            <a:lvl2pPr>
              <a:defRPr sz="2250" b="1">
                <a:solidFill>
                  <a:srgbClr val="111111"/>
                </a:solidFill>
                <a:latin typeface="Google Sans Flex"/>
                <a:ea typeface="Google Sans Flex"/>
                <a:cs typeface="Google Sans Flex"/>
              </a:defRPr>
            </a:lvl2pPr>
            <a:lvl3pPr>
              <a:defRPr sz="2250" b="1">
                <a:solidFill>
                  <a:srgbClr val="111111"/>
                </a:solidFill>
                <a:latin typeface="Google Sans Flex"/>
                <a:ea typeface="Google Sans Flex"/>
                <a:cs typeface="Google Sans Flex"/>
              </a:defRPr>
            </a:lvl3pPr>
            <a:lvl4pPr>
              <a:defRPr sz="2250" b="1">
                <a:solidFill>
                  <a:srgbClr val="111111"/>
                </a:solidFill>
                <a:latin typeface="Google Sans Flex"/>
                <a:ea typeface="Google Sans Flex"/>
                <a:cs typeface="Google Sans Flex"/>
              </a:defRPr>
            </a:lvl4pPr>
            <a:lvl5pPr>
              <a:defRPr sz="2250" b="1">
                <a:solidFill>
                  <a:srgbClr val="111111"/>
                </a:solidFill>
                <a:latin typeface="Google Sans Flex"/>
                <a:ea typeface="Google Sans Flex"/>
                <a:cs typeface="Google Sans Flex"/>
              </a:defRPr>
            </a:lvl5pPr>
            <a:lvl6pPr>
              <a:defRPr sz="2250" b="1">
                <a:solidFill>
                  <a:srgbClr val="111111"/>
                </a:solidFill>
                <a:latin typeface="Google Sans Flex"/>
                <a:ea typeface="Google Sans Flex"/>
                <a:cs typeface="Google Sans Flex"/>
              </a:defRPr>
            </a:lvl6pPr>
            <a:lvl7pPr>
              <a:defRPr sz="2250" b="1">
                <a:solidFill>
                  <a:srgbClr val="111111"/>
                </a:solidFill>
                <a:latin typeface="Google Sans Flex"/>
                <a:ea typeface="Google Sans Flex"/>
                <a:cs typeface="Google Sans Flex"/>
              </a:defRPr>
            </a:lvl7pPr>
            <a:lvl8pPr>
              <a:defRPr sz="2250" b="1">
                <a:solidFill>
                  <a:srgbClr val="111111"/>
                </a:solidFill>
                <a:latin typeface="Google Sans Flex"/>
                <a:ea typeface="Google Sans Flex"/>
                <a:cs typeface="Google Sans Flex"/>
              </a:defRPr>
            </a:lvl8pPr>
            <a:lvl9pPr>
              <a:defRPr sz="2250" b="1">
                <a:solidFill>
                  <a:srgbClr val="111111"/>
                </a:solidFill>
                <a:latin typeface="Google Sans Flex"/>
                <a:ea typeface="Google Sans Flex"/>
                <a:cs typeface="Google Sans Flex"/>
              </a:defRPr>
            </a:lvl9pPr>
          </a:lstStyle>
          <a:p xmlns:a="http://schemas.openxmlformats.org/drawingml/2006/main">
            <a:pPr>
              <a:defRPr sz="2250" b="1">
                <a:solidFill>
                  <a:srgbClr val="111111"/>
                </a:solidFill>
                <a:latin typeface="Google Sans Flex"/>
                <a:ea typeface="Google Sans Flex"/>
                <a:cs typeface="Google Sans Flex"/>
              </a:defRPr>
            </a:pPr>
            <a:r>
              <a:rPr sz="2250" b="1">
                <a:solidFill>
                  <a:srgbClr val="111111"/>
                </a:solidFill>
                <a:latin typeface="Google Sans Flex"/>
                <a:ea typeface="Google Sans Flex"/>
                <a:cs typeface="Google Sans Flex"/>
              </a:rPr>
              <a:t>Actual browser capture pending</a:t>
            </a:r>
          </a:p>
        </p:txBody>
      </p:sp>
      <p:sp>
        <p:nvSpPr>
          <p:cNvPr id="137" name="snapshot-truth">
            <a:extLst xmlns:a="http://schemas.openxmlformats.org/drawingml/2006/main">
              <a:ext uri="{FF2B5EF4-FFF2-40B4-BE49-F238E27FC236}">
                <a16:creationId xmlns:a16="http://schemas.microsoft.com/office/drawing/2014/main" id="{39E355D4-0CC8-42FB-9155-08A4E01115F9}"/>
              </a:ext>
            </a:extLst>
          </p:cNvPr>
          <p:cNvSpPr>
            <a:spLocks xmlns:a="http://schemas.openxmlformats.org/drawingml/2006/main" noGrp="1"/>
          </p:cNvSpPr>
          <p:nvPr/>
        </p:nvSpPr>
        <p:spPr>
          <a:xfrm xmlns:a="http://schemas.openxmlformats.org/drawingml/2006/main">
            <a:off x="495300" y="2190750"/>
            <a:ext cx="7962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a:solidFill>
                  <a:srgbClr val="111111"/>
                </a:solidFill>
                <a:latin typeface="Google Sans Flex"/>
                <a:ea typeface="Google Sans Flex"/>
                <a:cs typeface="Google Sans Flex"/>
              </a:defRPr>
            </a:defPPr>
            <a:lvl1pPr>
              <a:defRPr sz="1725">
                <a:solidFill>
                  <a:srgbClr val="111111"/>
                </a:solidFill>
                <a:latin typeface="Google Sans Flex"/>
                <a:ea typeface="Google Sans Flex"/>
                <a:cs typeface="Google Sans Flex"/>
              </a:defRPr>
            </a:lvl1pPr>
            <a:lvl2pPr>
              <a:defRPr sz="1725">
                <a:solidFill>
                  <a:srgbClr val="111111"/>
                </a:solidFill>
                <a:latin typeface="Google Sans Flex"/>
                <a:ea typeface="Google Sans Flex"/>
                <a:cs typeface="Google Sans Flex"/>
              </a:defRPr>
            </a:lvl2pPr>
            <a:lvl3pPr>
              <a:defRPr sz="1725">
                <a:solidFill>
                  <a:srgbClr val="111111"/>
                </a:solidFill>
                <a:latin typeface="Google Sans Flex"/>
                <a:ea typeface="Google Sans Flex"/>
                <a:cs typeface="Google Sans Flex"/>
              </a:defRPr>
            </a:lvl3pPr>
            <a:lvl4pPr>
              <a:defRPr sz="1725">
                <a:solidFill>
                  <a:srgbClr val="111111"/>
                </a:solidFill>
                <a:latin typeface="Google Sans Flex"/>
                <a:ea typeface="Google Sans Flex"/>
                <a:cs typeface="Google Sans Flex"/>
              </a:defRPr>
            </a:lvl4pPr>
            <a:lvl5pPr>
              <a:defRPr sz="1725">
                <a:solidFill>
                  <a:srgbClr val="111111"/>
                </a:solidFill>
                <a:latin typeface="Google Sans Flex"/>
                <a:ea typeface="Google Sans Flex"/>
                <a:cs typeface="Google Sans Flex"/>
              </a:defRPr>
            </a:lvl5pPr>
            <a:lvl6pPr>
              <a:defRPr sz="1725">
                <a:solidFill>
                  <a:srgbClr val="111111"/>
                </a:solidFill>
                <a:latin typeface="Google Sans Flex"/>
                <a:ea typeface="Google Sans Flex"/>
                <a:cs typeface="Google Sans Flex"/>
              </a:defRPr>
            </a:lvl6pPr>
            <a:lvl7pPr>
              <a:defRPr sz="1725">
                <a:solidFill>
                  <a:srgbClr val="111111"/>
                </a:solidFill>
                <a:latin typeface="Google Sans Flex"/>
                <a:ea typeface="Google Sans Flex"/>
                <a:cs typeface="Google Sans Flex"/>
              </a:defRPr>
            </a:lvl7pPr>
            <a:lvl8pPr>
              <a:defRPr sz="1725">
                <a:solidFill>
                  <a:srgbClr val="111111"/>
                </a:solidFill>
                <a:latin typeface="Google Sans Flex"/>
                <a:ea typeface="Google Sans Flex"/>
                <a:cs typeface="Google Sans Flex"/>
              </a:defRPr>
            </a:lvl8pPr>
            <a:lvl9pPr>
              <a:defRPr sz="1725">
                <a:solidFill>
                  <a:srgbClr val="111111"/>
                </a:solidFill>
                <a:latin typeface="Google Sans Flex"/>
                <a:ea typeface="Google Sans Flex"/>
                <a:cs typeface="Google Sans Flex"/>
              </a:defRPr>
            </a:lvl9pPr>
          </a:lstStyle>
          <a:p xmlns:a="http://schemas.openxmlformats.org/drawingml/2006/main">
            <a:pPr>
              <a:defRPr sz="1725">
                <a:solidFill>
                  <a:srgbClr val="111111"/>
                </a:solidFill>
                <a:latin typeface="Google Sans Flex"/>
                <a:ea typeface="Google Sans Flex"/>
                <a:cs typeface="Google Sans Flex"/>
              </a:defRPr>
            </a:pPr>
            <a:r>
              <a:rPr sz="1725">
                <a:solidFill>
                  <a:srgbClr val="111111"/>
                </a:solidFill>
                <a:latin typeface="Google Sans Flex"/>
                <a:ea typeface="Google Sans Flex"/>
                <a:cs typeface="Google Sans Flex"/>
              </a:rPr>
              <a:t>No illustration is presented as a product screenshot. The local interface needs a rendered review before these two captures can be added.</a:t>
            </a:r>
          </a:p>
        </p:txBody>
      </p:sp>
      <p:sp>
        <p:nvSpPr>
          <p:cNvPr id="138" name="separator">
            <a:extLst xmlns:a="http://schemas.openxmlformats.org/drawingml/2006/main">
              <a:ext uri="{FF2B5EF4-FFF2-40B4-BE49-F238E27FC236}">
                <a16:creationId xmlns:a16="http://schemas.microsoft.com/office/drawing/2014/main" id="{CD3426F3-FE95-4227-A18D-AB84012E4CCC}"/>
              </a:ext>
            </a:extLst>
          </p:cNvPr>
          <p:cNvSpPr>
            <a:spLocks xmlns:a="http://schemas.openxmlformats.org/drawingml/2006/main" noGrp="1"/>
          </p:cNvSpPr>
          <p:nvPr/>
        </p:nvSpPr>
        <p:spPr>
          <a:xfrm xmlns:a="http://schemas.openxmlformats.org/drawingml/2006/main">
            <a:off x="495300" y="325755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9" name="capture-a">
            <a:extLst xmlns:a="http://schemas.openxmlformats.org/drawingml/2006/main">
              <a:ext uri="{FF2B5EF4-FFF2-40B4-BE49-F238E27FC236}">
                <a16:creationId xmlns:a16="http://schemas.microsoft.com/office/drawing/2014/main" id="{57A5FE39-5355-47F7-B9A5-5A45894DF4FE}"/>
              </a:ext>
            </a:extLst>
          </p:cNvPr>
          <p:cNvSpPr>
            <a:spLocks xmlns:a="http://schemas.openxmlformats.org/drawingml/2006/main" noGrp="1"/>
          </p:cNvSpPr>
          <p:nvPr/>
        </p:nvSpPr>
        <p:spPr>
          <a:xfrm xmlns:a="http://schemas.openxmlformats.org/drawingml/2006/main">
            <a:off x="495300" y="3524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11111"/>
                </a:solidFill>
                <a:latin typeface="Google Sans Flex"/>
                <a:ea typeface="Google Sans Flex"/>
                <a:cs typeface="Google Sans Flex"/>
              </a:defRPr>
            </a:defPPr>
            <a:lvl1pPr>
              <a:defRPr sz="1350" b="1">
                <a:solidFill>
                  <a:srgbClr val="111111"/>
                </a:solidFill>
                <a:latin typeface="Google Sans Flex"/>
                <a:ea typeface="Google Sans Flex"/>
                <a:cs typeface="Google Sans Flex"/>
              </a:defRPr>
            </a:lvl1pPr>
            <a:lvl2pPr>
              <a:defRPr sz="1350" b="1">
                <a:solidFill>
                  <a:srgbClr val="111111"/>
                </a:solidFill>
                <a:latin typeface="Google Sans Flex"/>
                <a:ea typeface="Google Sans Flex"/>
                <a:cs typeface="Google Sans Flex"/>
              </a:defRPr>
            </a:lvl2pPr>
            <a:lvl3pPr>
              <a:defRPr sz="1350" b="1">
                <a:solidFill>
                  <a:srgbClr val="111111"/>
                </a:solidFill>
                <a:latin typeface="Google Sans Flex"/>
                <a:ea typeface="Google Sans Flex"/>
                <a:cs typeface="Google Sans Flex"/>
              </a:defRPr>
            </a:lvl3pPr>
            <a:lvl4pPr>
              <a:defRPr sz="1350" b="1">
                <a:solidFill>
                  <a:srgbClr val="111111"/>
                </a:solidFill>
                <a:latin typeface="Google Sans Flex"/>
                <a:ea typeface="Google Sans Flex"/>
                <a:cs typeface="Google Sans Flex"/>
              </a:defRPr>
            </a:lvl4pPr>
            <a:lvl5pPr>
              <a:defRPr sz="1350" b="1">
                <a:solidFill>
                  <a:srgbClr val="111111"/>
                </a:solidFill>
                <a:latin typeface="Google Sans Flex"/>
                <a:ea typeface="Google Sans Flex"/>
                <a:cs typeface="Google Sans Flex"/>
              </a:defRPr>
            </a:lvl5pPr>
            <a:lvl6pPr>
              <a:defRPr sz="1350" b="1">
                <a:solidFill>
                  <a:srgbClr val="111111"/>
                </a:solidFill>
                <a:latin typeface="Google Sans Flex"/>
                <a:ea typeface="Google Sans Flex"/>
                <a:cs typeface="Google Sans Flex"/>
              </a:defRPr>
            </a:lvl6pPr>
            <a:lvl7pPr>
              <a:defRPr sz="1350" b="1">
                <a:solidFill>
                  <a:srgbClr val="111111"/>
                </a:solidFill>
                <a:latin typeface="Google Sans Flex"/>
                <a:ea typeface="Google Sans Flex"/>
                <a:cs typeface="Google Sans Flex"/>
              </a:defRPr>
            </a:lvl7pPr>
            <a:lvl8pPr>
              <a:defRPr sz="1350" b="1">
                <a:solidFill>
                  <a:srgbClr val="111111"/>
                </a:solidFill>
                <a:latin typeface="Google Sans Flex"/>
                <a:ea typeface="Google Sans Flex"/>
                <a:cs typeface="Google Sans Flex"/>
              </a:defRPr>
            </a:lvl8pPr>
            <a:lvl9pPr>
              <a:defRPr sz="1350" b="1">
                <a:solidFill>
                  <a:srgbClr val="111111"/>
                </a:solidFill>
                <a:latin typeface="Google Sans Flex"/>
                <a:ea typeface="Google Sans Flex"/>
                <a:cs typeface="Google Sans Flex"/>
              </a:defRPr>
            </a:lvl9pPr>
          </a:lstStyle>
          <a:p xmlns:a="http://schemas.openxmlformats.org/drawingml/2006/main">
            <a:pPr>
              <a:defRPr sz="1350" b="1">
                <a:solidFill>
                  <a:srgbClr val="111111"/>
                </a:solidFill>
                <a:latin typeface="Google Sans Flex"/>
                <a:ea typeface="Google Sans Flex"/>
                <a:cs typeface="Google Sans Flex"/>
              </a:defRPr>
            </a:pPr>
            <a:r>
              <a:rPr sz="1350" b="1">
                <a:solidFill>
                  <a:srgbClr val="111111"/>
                </a:solidFill>
                <a:latin typeface="Google Sans Flex"/>
                <a:ea typeface="Google Sans Flex"/>
                <a:cs typeface="Google Sans Flex"/>
              </a:rPr>
              <a:t>Required capture 1</a:t>
            </a:r>
          </a:p>
        </p:txBody>
      </p:sp>
      <p:sp>
        <p:nvSpPr>
          <p:cNvPr id="140" name="capture-a-copy">
            <a:extLst xmlns:a="http://schemas.openxmlformats.org/drawingml/2006/main">
              <a:ext uri="{FF2B5EF4-FFF2-40B4-BE49-F238E27FC236}">
                <a16:creationId xmlns:a16="http://schemas.microsoft.com/office/drawing/2014/main" id="{8F97FB83-0701-449E-95DE-FC229DC97A15}"/>
              </a:ext>
            </a:extLst>
          </p:cNvPr>
          <p:cNvSpPr>
            <a:spLocks xmlns:a="http://schemas.openxmlformats.org/drawingml/2006/main" noGrp="1"/>
          </p:cNvSpPr>
          <p:nvPr/>
        </p:nvSpPr>
        <p:spPr>
          <a:xfrm xmlns:a="http://schemas.openxmlformats.org/drawingml/2006/main">
            <a:off x="4953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Homepage and ward map</a:t>
            </a:r>
          </a:p>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Include the visible demo-data label</a:t>
            </a:r>
          </a:p>
        </p:txBody>
      </p:sp>
      <p:sp>
        <p:nvSpPr>
          <p:cNvPr id="141" name="capture-b">
            <a:extLst xmlns:a="http://schemas.openxmlformats.org/drawingml/2006/main">
              <a:ext uri="{FF2B5EF4-FFF2-40B4-BE49-F238E27FC236}">
                <a16:creationId xmlns:a16="http://schemas.microsoft.com/office/drawing/2014/main" id="{627FB4D7-6005-426E-AB53-198D5CC0709D}"/>
              </a:ext>
            </a:extLst>
          </p:cNvPr>
          <p:cNvSpPr>
            <a:spLocks xmlns:a="http://schemas.openxmlformats.org/drawingml/2006/main" noGrp="1"/>
          </p:cNvSpPr>
          <p:nvPr/>
        </p:nvSpPr>
        <p:spPr>
          <a:xfrm xmlns:a="http://schemas.openxmlformats.org/drawingml/2006/main">
            <a:off x="4762500" y="3524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11111"/>
                </a:solidFill>
                <a:latin typeface="Google Sans Flex"/>
                <a:ea typeface="Google Sans Flex"/>
                <a:cs typeface="Google Sans Flex"/>
              </a:defRPr>
            </a:defPPr>
            <a:lvl1pPr>
              <a:defRPr sz="1350" b="1">
                <a:solidFill>
                  <a:srgbClr val="111111"/>
                </a:solidFill>
                <a:latin typeface="Google Sans Flex"/>
                <a:ea typeface="Google Sans Flex"/>
                <a:cs typeface="Google Sans Flex"/>
              </a:defRPr>
            </a:lvl1pPr>
            <a:lvl2pPr>
              <a:defRPr sz="1350" b="1">
                <a:solidFill>
                  <a:srgbClr val="111111"/>
                </a:solidFill>
                <a:latin typeface="Google Sans Flex"/>
                <a:ea typeface="Google Sans Flex"/>
                <a:cs typeface="Google Sans Flex"/>
              </a:defRPr>
            </a:lvl2pPr>
            <a:lvl3pPr>
              <a:defRPr sz="1350" b="1">
                <a:solidFill>
                  <a:srgbClr val="111111"/>
                </a:solidFill>
                <a:latin typeface="Google Sans Flex"/>
                <a:ea typeface="Google Sans Flex"/>
                <a:cs typeface="Google Sans Flex"/>
              </a:defRPr>
            </a:lvl3pPr>
            <a:lvl4pPr>
              <a:defRPr sz="1350" b="1">
                <a:solidFill>
                  <a:srgbClr val="111111"/>
                </a:solidFill>
                <a:latin typeface="Google Sans Flex"/>
                <a:ea typeface="Google Sans Flex"/>
                <a:cs typeface="Google Sans Flex"/>
              </a:defRPr>
            </a:lvl4pPr>
            <a:lvl5pPr>
              <a:defRPr sz="1350" b="1">
                <a:solidFill>
                  <a:srgbClr val="111111"/>
                </a:solidFill>
                <a:latin typeface="Google Sans Flex"/>
                <a:ea typeface="Google Sans Flex"/>
                <a:cs typeface="Google Sans Flex"/>
              </a:defRPr>
            </a:lvl5pPr>
            <a:lvl6pPr>
              <a:defRPr sz="1350" b="1">
                <a:solidFill>
                  <a:srgbClr val="111111"/>
                </a:solidFill>
                <a:latin typeface="Google Sans Flex"/>
                <a:ea typeface="Google Sans Flex"/>
                <a:cs typeface="Google Sans Flex"/>
              </a:defRPr>
            </a:lvl6pPr>
            <a:lvl7pPr>
              <a:defRPr sz="1350" b="1">
                <a:solidFill>
                  <a:srgbClr val="111111"/>
                </a:solidFill>
                <a:latin typeface="Google Sans Flex"/>
                <a:ea typeface="Google Sans Flex"/>
                <a:cs typeface="Google Sans Flex"/>
              </a:defRPr>
            </a:lvl7pPr>
            <a:lvl8pPr>
              <a:defRPr sz="1350" b="1">
                <a:solidFill>
                  <a:srgbClr val="111111"/>
                </a:solidFill>
                <a:latin typeface="Google Sans Flex"/>
                <a:ea typeface="Google Sans Flex"/>
                <a:cs typeface="Google Sans Flex"/>
              </a:defRPr>
            </a:lvl8pPr>
            <a:lvl9pPr>
              <a:defRPr sz="1350" b="1">
                <a:solidFill>
                  <a:srgbClr val="111111"/>
                </a:solidFill>
                <a:latin typeface="Google Sans Flex"/>
                <a:ea typeface="Google Sans Flex"/>
                <a:cs typeface="Google Sans Flex"/>
              </a:defRPr>
            </a:lvl9pPr>
          </a:lstStyle>
          <a:p xmlns:a="http://schemas.openxmlformats.org/drawingml/2006/main">
            <a:pPr>
              <a:defRPr sz="1350" b="1">
                <a:solidFill>
                  <a:srgbClr val="111111"/>
                </a:solidFill>
                <a:latin typeface="Google Sans Flex"/>
                <a:ea typeface="Google Sans Flex"/>
                <a:cs typeface="Google Sans Flex"/>
              </a:defRPr>
            </a:pPr>
            <a:r>
              <a:rPr sz="1350" b="1">
                <a:solidFill>
                  <a:srgbClr val="111111"/>
                </a:solidFill>
                <a:latin typeface="Google Sans Flex"/>
                <a:ea typeface="Google Sans Flex"/>
                <a:cs typeface="Google Sans Flex"/>
              </a:rPr>
              <a:t>Required capture 2</a:t>
            </a:r>
          </a:p>
        </p:txBody>
      </p:sp>
      <p:sp>
        <p:nvSpPr>
          <p:cNvPr id="142" name="capture-b-copy">
            <a:extLst xmlns:a="http://schemas.openxmlformats.org/drawingml/2006/main">
              <a:ext uri="{FF2B5EF4-FFF2-40B4-BE49-F238E27FC236}">
                <a16:creationId xmlns:a16="http://schemas.microsoft.com/office/drawing/2014/main" id="{1D4155A9-A135-4B45-A65F-442DE9587CCA}"/>
              </a:ext>
            </a:extLst>
          </p:cNvPr>
          <p:cNvSpPr>
            <a:spLocks xmlns:a="http://schemas.openxmlformats.org/drawingml/2006/main" noGrp="1"/>
          </p:cNvSpPr>
          <p:nvPr/>
        </p:nvSpPr>
        <p:spPr>
          <a:xfrm xmlns:a="http://schemas.openxmlformats.org/drawingml/2006/main">
            <a:off x="47625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Issue evidence and officer workflow</a:t>
            </a:r>
          </a:p>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Use the verified deployed build</a:t>
            </a:r>
          </a:p>
        </p:txBody>
      </p:sp>
    </p:spTree>
    <p:extLst>
      <p:ext uri="{BB962C8B-B14F-4D97-AF65-F5344CB8AC3E}">
        <p14:creationId xmlns:p14="http://schemas.microsoft.com/office/powerpoint/2010/main" val="75121225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40" name="Google Shape;140;p24">
            <a:extLst xmlns:a="http://schemas.openxmlformats.org/drawingml/2006/main">
              <a:ext uri="{FF2B5EF4-FFF2-40B4-BE49-F238E27FC236}">
                <a16:creationId xmlns:a16="http://schemas.microsoft.com/office/drawing/2014/main" id="{3B46F43E-FEDF-4D29-A7C9-31DA845451A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4679848a0d14a97">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41" name="Google Shape;141;p24">
            <a:extLst xmlns:a="http://schemas.openxmlformats.org/drawingml/2006/main">
              <a:ext uri="{FF2B5EF4-FFF2-40B4-BE49-F238E27FC236}">
                <a16:creationId xmlns:a16="http://schemas.microsoft.com/office/drawing/2014/main" id="{A9EA5087-FB68-4159-BC07-A7815AB92067}"/>
              </a:ext>
            </a:extLst>
          </p:cNvPr>
          <p:cNvPicPr>
            <a:picLocks xmlns:a="http://schemas.openxmlformats.org/drawingml/2006/main" noChangeAspect="1"/>
          </p:cNvPicPr>
          <p:nvPr/>
        </p:nvPicPr>
        <p:blipFill>
          <a:blip xmlns:r="http://schemas.openxmlformats.org/officeDocument/2006/relationships" xmlns:a="http://schemas.openxmlformats.org/drawingml/2006/main" r:embed="R1ebec971b71b4d88">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42" name="Google Shape;142;p24">
            <a:extLst xmlns:a="http://schemas.openxmlformats.org/drawingml/2006/main">
              <a:ext uri="{FF2B5EF4-FFF2-40B4-BE49-F238E27FC236}">
                <a16:creationId xmlns:a16="http://schemas.microsoft.com/office/drawing/2014/main" id="{A4281861-AFFE-48C4-BAB0-A745486354ED}"/>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3" name="Google Shape;143;p24">
            <a:extLst xmlns:a="http://schemas.openxmlformats.org/drawingml/2006/main">
              <a:ext uri="{FF2B5EF4-FFF2-40B4-BE49-F238E27FC236}">
                <a16:creationId xmlns:a16="http://schemas.microsoft.com/office/drawing/2014/main" id="{1F5D042F-3C14-4482-A2BC-C04AD470B36D}"/>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Prototype Performance report/Benchmarking</a:t>
            </a:r>
            <a:endParaRPr sz="1600">
              <a:latin typeface="Google Sans Flex Medium"/>
              <a:ea typeface="Google Sans Flex Medium"/>
              <a:cs typeface="Google Sans Flex Medium"/>
            </a:endParaRPr>
          </a:p>
        </p:txBody>
      </p:sp>
      <p:sp>
        <p:nvSpPr>
          <p:cNvPr id="144" name="test-label-0">
            <a:extLst xmlns:a="http://schemas.openxmlformats.org/drawingml/2006/main">
              <a:ext uri="{FF2B5EF4-FFF2-40B4-BE49-F238E27FC236}">
                <a16:creationId xmlns:a16="http://schemas.microsoft.com/office/drawing/2014/main" id="{13FB0ECB-5113-41F6-B8E3-6117B7B7738C}"/>
              </a:ext>
            </a:extLst>
          </p:cNvPr>
          <p:cNvSpPr>
            <a:spLocks xmlns:a="http://schemas.openxmlformats.org/drawingml/2006/main" noGrp="1"/>
          </p:cNvSpPr>
          <p:nvPr/>
        </p:nvSpPr>
        <p:spPr>
          <a:xfrm xmlns:a="http://schemas.openxmlformats.org/drawingml/2006/main">
            <a:off x="495300" y="14192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Ward dataset</a:t>
            </a:r>
          </a:p>
        </p:txBody>
      </p:sp>
      <p:sp>
        <p:nvSpPr>
          <p:cNvPr id="145" name="test-value-0">
            <a:extLst xmlns:a="http://schemas.openxmlformats.org/drawingml/2006/main">
              <a:ext uri="{FF2B5EF4-FFF2-40B4-BE49-F238E27FC236}">
                <a16:creationId xmlns:a16="http://schemas.microsoft.com/office/drawing/2014/main" id="{55170945-6056-4F96-AED7-13BFD358DF4B}"/>
              </a:ext>
            </a:extLst>
          </p:cNvPr>
          <p:cNvSpPr>
            <a:spLocks xmlns:a="http://schemas.openxmlformats.org/drawingml/2006/main" noGrp="1"/>
          </p:cNvSpPr>
          <p:nvPr/>
        </p:nvSpPr>
        <p:spPr>
          <a:xfrm xmlns:a="http://schemas.openxmlformats.org/drawingml/2006/main">
            <a:off x="2514600" y="141922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369 wards; 5 corporations; all representative points inside polygons</a:t>
            </a:r>
          </a:p>
        </p:txBody>
      </p:sp>
      <p:sp>
        <p:nvSpPr>
          <p:cNvPr id="146" name="test-label-1">
            <a:extLst xmlns:a="http://schemas.openxmlformats.org/drawingml/2006/main">
              <a:ext uri="{FF2B5EF4-FFF2-40B4-BE49-F238E27FC236}">
                <a16:creationId xmlns:a16="http://schemas.microsoft.com/office/drawing/2014/main" id="{95F19219-A51D-4FB0-A37C-C80A314B58DC}"/>
              </a:ext>
            </a:extLst>
          </p:cNvPr>
          <p:cNvSpPr>
            <a:spLocks xmlns:a="http://schemas.openxmlformats.org/drawingml/2006/main" noGrp="1"/>
          </p:cNvSpPr>
          <p:nvPr/>
        </p:nvSpPr>
        <p:spPr>
          <a:xfrm xmlns:a="http://schemas.openxmlformats.org/drawingml/2006/main">
            <a:off x="495300" y="19335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Seed integrity</a:t>
            </a:r>
          </a:p>
        </p:txBody>
      </p:sp>
      <p:sp>
        <p:nvSpPr>
          <p:cNvPr id="147" name="test-value-1">
            <a:extLst xmlns:a="http://schemas.openxmlformats.org/drawingml/2006/main">
              <a:ext uri="{FF2B5EF4-FFF2-40B4-BE49-F238E27FC236}">
                <a16:creationId xmlns:a16="http://schemas.microsoft.com/office/drawing/2014/main" id="{FC352BA3-673C-41BC-99C1-75817117DD76}"/>
              </a:ext>
            </a:extLst>
          </p:cNvPr>
          <p:cNvSpPr>
            <a:spLocks xmlns:a="http://schemas.openxmlformats.org/drawingml/2006/main" noGrp="1"/>
          </p:cNvSpPr>
          <p:nvPr/>
        </p:nvSpPr>
        <p:spPr>
          <a:xfrm xmlns:a="http://schemas.openxmlformats.org/drawingml/2006/main">
            <a:off x="2514600" y="193357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200 demo histories replay; 1498 events; deterministic output hash</a:t>
            </a:r>
          </a:p>
        </p:txBody>
      </p:sp>
      <p:sp>
        <p:nvSpPr>
          <p:cNvPr id="148" name="test-label-2">
            <a:extLst xmlns:a="http://schemas.openxmlformats.org/drawingml/2006/main">
              <a:ext uri="{FF2B5EF4-FFF2-40B4-BE49-F238E27FC236}">
                <a16:creationId xmlns:a16="http://schemas.microsoft.com/office/drawing/2014/main" id="{31C786DE-3E61-458B-8FB0-182A2D5CE8F8}"/>
              </a:ext>
            </a:extLst>
          </p:cNvPr>
          <p:cNvSpPr>
            <a:spLocks xmlns:a="http://schemas.openxmlformats.org/drawingml/2006/main" noGrp="1"/>
          </p:cNvSpPr>
          <p:nvPr/>
        </p:nvSpPr>
        <p:spPr>
          <a:xfrm xmlns:a="http://schemas.openxmlformats.org/drawingml/2006/main">
            <a:off x="495300" y="24479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Media integrity</a:t>
            </a:r>
          </a:p>
        </p:txBody>
      </p:sp>
      <p:sp>
        <p:nvSpPr>
          <p:cNvPr id="149" name="test-value-2">
            <a:extLst xmlns:a="http://schemas.openxmlformats.org/drawingml/2006/main">
              <a:ext uri="{FF2B5EF4-FFF2-40B4-BE49-F238E27FC236}">
                <a16:creationId xmlns:a16="http://schemas.microsoft.com/office/drawing/2014/main" id="{A7D176AE-2638-431D-9F91-C708DF2ED000}"/>
              </a:ext>
            </a:extLst>
          </p:cNvPr>
          <p:cNvSpPr>
            <a:spLocks xmlns:a="http://schemas.openxmlformats.org/drawingml/2006/main" noGrp="1"/>
          </p:cNvSpPr>
          <p:nvPr/>
        </p:nvSpPr>
        <p:spPr>
          <a:xfrm xmlns:a="http://schemas.openxmlformats.org/drawingml/2006/main">
            <a:off x="2514600" y="244792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14 JPEGs without EXIF/XMP/IPTC; 17 sample fingerprints match</a:t>
            </a:r>
          </a:p>
        </p:txBody>
      </p:sp>
      <p:sp>
        <p:nvSpPr>
          <p:cNvPr id="150" name="test-label-3">
            <a:extLst xmlns:a="http://schemas.openxmlformats.org/drawingml/2006/main">
              <a:ext uri="{FF2B5EF4-FFF2-40B4-BE49-F238E27FC236}">
                <a16:creationId xmlns:a16="http://schemas.microsoft.com/office/drawing/2014/main" id="{B1DDD768-5054-4A88-8488-93D31065FBE7}"/>
              </a:ext>
            </a:extLst>
          </p:cNvPr>
          <p:cNvSpPr>
            <a:spLocks xmlns:a="http://schemas.openxmlformats.org/drawingml/2006/main" noGrp="1"/>
          </p:cNvSpPr>
          <p:nvPr/>
        </p:nvSpPr>
        <p:spPr>
          <a:xfrm xmlns:a="http://schemas.openxmlformats.org/drawingml/2006/main">
            <a:off x="495300" y="29622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Code checks</a:t>
            </a:r>
          </a:p>
        </p:txBody>
      </p:sp>
      <p:sp>
        <p:nvSpPr>
          <p:cNvPr id="151" name="test-value-3">
            <a:extLst xmlns:a="http://schemas.openxmlformats.org/drawingml/2006/main">
              <a:ext uri="{FF2B5EF4-FFF2-40B4-BE49-F238E27FC236}">
                <a16:creationId xmlns:a16="http://schemas.microsoft.com/office/drawing/2014/main" id="{3DD898AC-36F6-47A8-BDFA-41086240D080}"/>
              </a:ext>
            </a:extLst>
          </p:cNvPr>
          <p:cNvSpPr>
            <a:spLocks xmlns:a="http://schemas.openxmlformats.org/drawingml/2006/main" noGrp="1"/>
          </p:cNvSpPr>
          <p:nvPr/>
        </p:nvSpPr>
        <p:spPr>
          <a:xfrm xmlns:a="http://schemas.openxmlformats.org/drawingml/2006/main">
            <a:off x="2514600" y="296227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Automated contract tests pass; all-workspace typecheck and web/API builds pass; 11 offline AI safety checks pass</a:t>
            </a:r>
          </a:p>
        </p:txBody>
      </p:sp>
      <p:sp>
        <p:nvSpPr>
          <p:cNvPr id="152" name="separator">
            <a:extLst xmlns:a="http://schemas.openxmlformats.org/drawingml/2006/main">
              <a:ext uri="{FF2B5EF4-FFF2-40B4-BE49-F238E27FC236}">
                <a16:creationId xmlns:a16="http://schemas.microsoft.com/office/drawing/2014/main" id="{4C8F183E-5F39-42A6-9D11-D1B1E2A65FE4}"/>
              </a:ext>
            </a:extLst>
          </p:cNvPr>
          <p:cNvSpPr>
            <a:spLocks xmlns:a="http://schemas.openxmlformats.org/drawingml/2006/main" noGrp="1"/>
          </p:cNvSpPr>
          <p:nvPr/>
        </p:nvSpPr>
        <p:spPr>
          <a:xfrm xmlns:a="http://schemas.openxmlformats.org/drawingml/2006/main">
            <a:off x="495300" y="357187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53" name="benchmark-pending">
            <a:extLst xmlns:a="http://schemas.openxmlformats.org/drawingml/2006/main">
              <a:ext uri="{FF2B5EF4-FFF2-40B4-BE49-F238E27FC236}">
                <a16:creationId xmlns:a16="http://schemas.microsoft.com/office/drawing/2014/main" id="{3676C9E3-8379-4431-BD74-7D7231BC0916}"/>
              </a:ext>
            </a:extLst>
          </p:cNvPr>
          <p:cNvSpPr>
            <a:spLocks xmlns:a="http://schemas.openxmlformats.org/drawingml/2006/main" noGrp="1"/>
          </p:cNvSpPr>
          <p:nvPr/>
        </p:nvSpPr>
        <p:spPr>
          <a:xfrm xmlns:a="http://schemas.openxmlformats.org/drawingml/2006/main">
            <a:off x="495300" y="3810000"/>
            <a:ext cx="8153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52722"/>
                </a:solidFill>
                <a:latin typeface="Google Sans Flex"/>
                <a:ea typeface="Google Sans Flex"/>
                <a:cs typeface="Google Sans Flex"/>
              </a:defRPr>
            </a:defPPr>
            <a:lvl1pPr>
              <a:defRPr sz="1725" b="1">
                <a:solidFill>
                  <a:srgbClr val="A52722"/>
                </a:solidFill>
                <a:latin typeface="Google Sans Flex"/>
                <a:ea typeface="Google Sans Flex"/>
                <a:cs typeface="Google Sans Flex"/>
              </a:defRPr>
            </a:lvl1pPr>
            <a:lvl2pPr>
              <a:defRPr sz="1725" b="1">
                <a:solidFill>
                  <a:srgbClr val="A52722"/>
                </a:solidFill>
                <a:latin typeface="Google Sans Flex"/>
                <a:ea typeface="Google Sans Flex"/>
                <a:cs typeface="Google Sans Flex"/>
              </a:defRPr>
            </a:lvl2pPr>
            <a:lvl3pPr>
              <a:defRPr sz="1725" b="1">
                <a:solidFill>
                  <a:srgbClr val="A52722"/>
                </a:solidFill>
                <a:latin typeface="Google Sans Flex"/>
                <a:ea typeface="Google Sans Flex"/>
                <a:cs typeface="Google Sans Flex"/>
              </a:defRPr>
            </a:lvl3pPr>
            <a:lvl4pPr>
              <a:defRPr sz="1725" b="1">
                <a:solidFill>
                  <a:srgbClr val="A52722"/>
                </a:solidFill>
                <a:latin typeface="Google Sans Flex"/>
                <a:ea typeface="Google Sans Flex"/>
                <a:cs typeface="Google Sans Flex"/>
              </a:defRPr>
            </a:lvl4pPr>
            <a:lvl5pPr>
              <a:defRPr sz="1725" b="1">
                <a:solidFill>
                  <a:srgbClr val="A52722"/>
                </a:solidFill>
                <a:latin typeface="Google Sans Flex"/>
                <a:ea typeface="Google Sans Flex"/>
                <a:cs typeface="Google Sans Flex"/>
              </a:defRPr>
            </a:lvl5pPr>
            <a:lvl6pPr>
              <a:defRPr sz="1725" b="1">
                <a:solidFill>
                  <a:srgbClr val="A52722"/>
                </a:solidFill>
                <a:latin typeface="Google Sans Flex"/>
                <a:ea typeface="Google Sans Flex"/>
                <a:cs typeface="Google Sans Flex"/>
              </a:defRPr>
            </a:lvl6pPr>
            <a:lvl7pPr>
              <a:defRPr sz="1725" b="1">
                <a:solidFill>
                  <a:srgbClr val="A52722"/>
                </a:solidFill>
                <a:latin typeface="Google Sans Flex"/>
                <a:ea typeface="Google Sans Flex"/>
                <a:cs typeface="Google Sans Flex"/>
              </a:defRPr>
            </a:lvl7pPr>
            <a:lvl8pPr>
              <a:defRPr sz="1725" b="1">
                <a:solidFill>
                  <a:srgbClr val="A52722"/>
                </a:solidFill>
                <a:latin typeface="Google Sans Flex"/>
                <a:ea typeface="Google Sans Flex"/>
                <a:cs typeface="Google Sans Flex"/>
              </a:defRPr>
            </a:lvl8pPr>
            <a:lvl9pPr>
              <a:defRPr sz="1725" b="1">
                <a:solidFill>
                  <a:srgbClr val="A52722"/>
                </a:solidFill>
                <a:latin typeface="Google Sans Flex"/>
                <a:ea typeface="Google Sans Flex"/>
                <a:cs typeface="Google Sans Flex"/>
              </a:defRPr>
            </a:lvl9pPr>
          </a:lstStyle>
          <a:p xmlns:a="http://schemas.openxmlformats.org/drawingml/2006/main">
            <a:pPr>
              <a:defRPr sz="1725" b="1">
                <a:solidFill>
                  <a:srgbClr val="A52722"/>
                </a:solidFill>
                <a:latin typeface="Google Sans Flex"/>
                <a:ea typeface="Google Sans Flex"/>
                <a:cs typeface="Google Sans Flex"/>
              </a:defRPr>
            </a:pPr>
            <a:r>
              <a:rPr sz="1725" b="1">
                <a:solidFill>
                  <a:srgbClr val="A52722"/>
                </a:solidFill>
                <a:latin typeface="Google Sans Flex"/>
                <a:ea typeface="Google Sans Flex"/>
                <a:cs typeface="Google Sans Flex"/>
              </a:rPr>
              <a:t>Cloud deployment and live model evaluation deferred by owner</a:t>
            </a:r>
          </a:p>
          <a:p xmlns:a="http://schemas.openxmlformats.org/drawingml/2006/main">
            <a:pPr>
              <a:defRPr sz="1725" b="1">
                <a:solidFill>
                  <a:srgbClr val="A52722"/>
                </a:solidFill>
                <a:latin typeface="Google Sans Flex"/>
                <a:ea typeface="Google Sans Flex"/>
                <a:cs typeface="Google Sans Flex"/>
              </a:defRPr>
            </a:pPr>
            <a:r>
              <a:rPr sz="1725" b="1">
                <a:solidFill>
                  <a:srgbClr val="A52722"/>
                </a:solidFill>
                <a:latin typeface="Google Sans Flex"/>
                <a:ea typeface="Google Sans Flex"/>
                <a:cs typeface="Google Sans Flex"/>
              </a:rPr>
              <a:t>No live quality or latency results</a:t>
            </a:r>
          </a:p>
        </p:txBody>
      </p:sp>
    </p:spTree>
    <p:extLst>
      <p:ext uri="{BB962C8B-B14F-4D97-AF65-F5344CB8AC3E}">
        <p14:creationId xmlns:p14="http://schemas.microsoft.com/office/powerpoint/2010/main" val="92775261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48" name="Google Shape;148;p25">
            <a:extLst xmlns:a="http://schemas.openxmlformats.org/drawingml/2006/main">
              <a:ext uri="{FF2B5EF4-FFF2-40B4-BE49-F238E27FC236}">
                <a16:creationId xmlns:a16="http://schemas.microsoft.com/office/drawing/2014/main" id="{17AED2A9-78DE-44AE-B2BF-775035A2541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aa3a946e7df44aa">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49" name="Google Shape;149;p25">
            <a:extLst xmlns:a="http://schemas.openxmlformats.org/drawingml/2006/main">
              <a:ext uri="{FF2B5EF4-FFF2-40B4-BE49-F238E27FC236}">
                <a16:creationId xmlns:a16="http://schemas.microsoft.com/office/drawing/2014/main" id="{39FD2692-DBD3-468D-ABA0-D48B14E890C3}"/>
              </a:ext>
            </a:extLst>
          </p:cNvPr>
          <p:cNvPicPr>
            <a:picLocks xmlns:a="http://schemas.openxmlformats.org/drawingml/2006/main" noChangeAspect="1"/>
          </p:cNvPicPr>
          <p:nvPr/>
        </p:nvPicPr>
        <p:blipFill>
          <a:blip xmlns:r="http://schemas.openxmlformats.org/officeDocument/2006/relationships" xmlns:a="http://schemas.openxmlformats.org/drawingml/2006/main" r:embed="Rceb1a64c92df489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0" name="Google Shape;150;p25">
            <a:extLst xmlns:a="http://schemas.openxmlformats.org/drawingml/2006/main">
              <a:ext uri="{FF2B5EF4-FFF2-40B4-BE49-F238E27FC236}">
                <a16:creationId xmlns:a16="http://schemas.microsoft.com/office/drawing/2014/main" id="{621E4274-0949-4FBB-8C28-8B6DE17695B1}"/>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1" name="Google Shape;151;p25">
            <a:extLst xmlns:a="http://schemas.openxmlformats.org/drawingml/2006/main">
              <a:ext uri="{FF2B5EF4-FFF2-40B4-BE49-F238E27FC236}">
                <a16:creationId xmlns:a16="http://schemas.microsoft.com/office/drawing/2014/main" id="{381A2E2F-5A4A-48DB-A2AE-BB4A5EC2E01C}"/>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Additional Details/Future Development (if any)</a:t>
            </a:r>
            <a:endParaRPr sz="1600">
              <a:latin typeface="Google Sans Flex Medium"/>
              <a:ea typeface="Google Sans Flex Medium"/>
              <a:cs typeface="Google Sans Flex Medium"/>
            </a:endParaRPr>
          </a:p>
        </p:txBody>
      </p:sp>
      <p:sp>
        <p:nvSpPr>
          <p:cNvPr id="152" name="future-head-0">
            <a:extLst xmlns:a="http://schemas.openxmlformats.org/drawingml/2006/main">
              <a:ext uri="{FF2B5EF4-FFF2-40B4-BE49-F238E27FC236}">
                <a16:creationId xmlns:a16="http://schemas.microsoft.com/office/drawing/2014/main" id="{D26011B6-6034-48D6-8C34-19A0A9A65AF4}"/>
              </a:ext>
            </a:extLst>
          </p:cNvPr>
          <p:cNvSpPr>
            <a:spLocks xmlns:a="http://schemas.openxmlformats.org/drawingml/2006/main" noGrp="1"/>
          </p:cNvSpPr>
          <p:nvPr/>
        </p:nvSpPr>
        <p:spPr>
          <a:xfrm xmlns:a="http://schemas.openxmlformats.org/drawingml/2006/main">
            <a:off x="495300" y="1438275"/>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Deferred cloud work</a:t>
            </a:r>
          </a:p>
        </p:txBody>
      </p:sp>
      <p:sp>
        <p:nvSpPr>
          <p:cNvPr id="153" name="future-body-0">
            <a:extLst xmlns:a="http://schemas.openxmlformats.org/drawingml/2006/main">
              <a:ext uri="{FF2B5EF4-FFF2-40B4-BE49-F238E27FC236}">
                <a16:creationId xmlns:a16="http://schemas.microsoft.com/office/drawing/2014/main" id="{490CCF3A-3C51-43E4-8EC5-CE83BFE6D7F3}"/>
              </a:ext>
            </a:extLst>
          </p:cNvPr>
          <p:cNvSpPr>
            <a:spLocks xmlns:a="http://schemas.openxmlformats.org/drawingml/2006/main" noGrp="1"/>
          </p:cNvSpPr>
          <p:nvPr/>
        </p:nvSpPr>
        <p:spPr>
          <a:xfrm xmlns:a="http://schemas.openxmlformats.org/drawingml/2006/main">
            <a:off x="2857500" y="14382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Owner chose to continue locally. Deployment, live model evaluation and public-link checks resume only when requested.</a:t>
            </a:r>
          </a:p>
        </p:txBody>
      </p:sp>
      <p:sp>
        <p:nvSpPr>
          <p:cNvPr id="154" name="future-head-1">
            <a:extLst xmlns:a="http://schemas.openxmlformats.org/drawingml/2006/main">
              <a:ext uri="{FF2B5EF4-FFF2-40B4-BE49-F238E27FC236}">
                <a16:creationId xmlns:a16="http://schemas.microsoft.com/office/drawing/2014/main" id="{456A8701-17D3-4836-8226-68FF7687040B}"/>
              </a:ext>
            </a:extLst>
          </p:cNvPr>
          <p:cNvSpPr>
            <a:spLocks xmlns:a="http://schemas.openxmlformats.org/drawingml/2006/main" noGrp="1"/>
          </p:cNvSpPr>
          <p:nvPr/>
        </p:nvSpPr>
        <p:spPr>
          <a:xfrm xmlns:a="http://schemas.openxmlformats.org/drawingml/2006/main">
            <a:off x="495300" y="249555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First pilot</a:t>
            </a:r>
          </a:p>
        </p:txBody>
      </p:sp>
      <p:sp>
        <p:nvSpPr>
          <p:cNvPr id="155" name="future-body-1">
            <a:extLst xmlns:a="http://schemas.openxmlformats.org/drawingml/2006/main">
              <a:ext uri="{FF2B5EF4-FFF2-40B4-BE49-F238E27FC236}">
                <a16:creationId xmlns:a16="http://schemas.microsoft.com/office/drawing/2014/main" id="{B125376E-060A-4949-8BF2-1BF3A8F276A7}"/>
              </a:ext>
            </a:extLst>
          </p:cNvPr>
          <p:cNvSpPr>
            <a:spLocks xmlns:a="http://schemas.openxmlformats.org/drawingml/2006/main" noGrp="1"/>
          </p:cNvSpPr>
          <p:nvPr/>
        </p:nvSpPr>
        <p:spPr>
          <a:xfrm xmlns:a="http://schemas.openxmlformats.org/drawingml/2006/main">
            <a:off x="2857500" y="2495550"/>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Work with one ward or resident group; obtain consent, define moderation and review disputed closures with humans.</a:t>
            </a:r>
          </a:p>
        </p:txBody>
      </p:sp>
      <p:sp>
        <p:nvSpPr>
          <p:cNvPr id="156" name="future-head-2">
            <a:extLst xmlns:a="http://schemas.openxmlformats.org/drawingml/2006/main">
              <a:ext uri="{FF2B5EF4-FFF2-40B4-BE49-F238E27FC236}">
                <a16:creationId xmlns:a16="http://schemas.microsoft.com/office/drawing/2014/main" id="{17CA74B8-4A79-4C7E-87C9-8B0097027138}"/>
              </a:ext>
            </a:extLst>
          </p:cNvPr>
          <p:cNvSpPr>
            <a:spLocks xmlns:a="http://schemas.openxmlformats.org/drawingml/2006/main" noGrp="1"/>
          </p:cNvSpPr>
          <p:nvPr/>
        </p:nvSpPr>
        <p:spPr>
          <a:xfrm xmlns:a="http://schemas.openxmlformats.org/drawingml/2006/main">
            <a:off x="495300" y="3552825"/>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Later development</a:t>
            </a:r>
          </a:p>
        </p:txBody>
      </p:sp>
      <p:sp>
        <p:nvSpPr>
          <p:cNvPr id="157" name="future-body-2">
            <a:extLst xmlns:a="http://schemas.openxmlformats.org/drawingml/2006/main">
              <a:ext uri="{FF2B5EF4-FFF2-40B4-BE49-F238E27FC236}">
                <a16:creationId xmlns:a16="http://schemas.microsoft.com/office/drawing/2014/main" id="{C134FEC6-061C-4A00-BBFE-E3BAA2DA7952}"/>
              </a:ext>
            </a:extLst>
          </p:cNvPr>
          <p:cNvSpPr>
            <a:spLocks xmlns:a="http://schemas.openxmlformats.org/drawingml/2006/main" noGrp="1"/>
          </p:cNvSpPr>
          <p:nvPr/>
        </p:nvSpPr>
        <p:spPr>
          <a:xfrm xmlns:a="http://schemas.openxmlformats.org/drawingml/2006/main">
            <a:off x="2857500" y="355282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Complaint-system integrations, notifications, privacy blurring, real official identity checks and larger-scale analytics.</a:t>
            </a:r>
          </a:p>
        </p:txBody>
      </p:sp>
    </p:spTree>
    <p:extLst>
      <p:ext uri="{BB962C8B-B14F-4D97-AF65-F5344CB8AC3E}">
        <p14:creationId xmlns:p14="http://schemas.microsoft.com/office/powerpoint/2010/main" val="169662105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56" name="Google Shape;156;p26">
            <a:extLst xmlns:a="http://schemas.openxmlformats.org/drawingml/2006/main">
              <a:ext uri="{FF2B5EF4-FFF2-40B4-BE49-F238E27FC236}">
                <a16:creationId xmlns:a16="http://schemas.microsoft.com/office/drawing/2014/main" id="{B4ADDD67-7E20-448D-BA85-FFF1C5A0F2A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d8fbf1eef147fd">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57" name="Google Shape;157;p26">
            <a:extLst xmlns:a="http://schemas.openxmlformats.org/drawingml/2006/main">
              <a:ext uri="{FF2B5EF4-FFF2-40B4-BE49-F238E27FC236}">
                <a16:creationId xmlns:a16="http://schemas.microsoft.com/office/drawing/2014/main" id="{F530E4C1-ACD2-4B57-BA58-3F5B97CCE13C}"/>
              </a:ext>
            </a:extLst>
          </p:cNvPr>
          <p:cNvPicPr>
            <a:picLocks xmlns:a="http://schemas.openxmlformats.org/drawingml/2006/main" noChangeAspect="1"/>
          </p:cNvPicPr>
          <p:nvPr/>
        </p:nvPicPr>
        <p:blipFill>
          <a:blip xmlns:r="http://schemas.openxmlformats.org/officeDocument/2006/relationships" xmlns:a="http://schemas.openxmlformats.org/drawingml/2006/main" r:embed="Re5c3b3b7e9f4421c">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8" name="Google Shape;158;p26">
            <a:extLst xmlns:a="http://schemas.openxmlformats.org/drawingml/2006/main">
              <a:ext uri="{FF2B5EF4-FFF2-40B4-BE49-F238E27FC236}">
                <a16:creationId xmlns:a16="http://schemas.microsoft.com/office/drawing/2014/main" id="{9CCF0325-7A1C-40B4-A268-8DD8B0E7A0AD}"/>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9" name="Google Shape;159;p26">
            <a:extLst xmlns:a="http://schemas.openxmlformats.org/drawingml/2006/main">
              <a:ext uri="{FF2B5EF4-FFF2-40B4-BE49-F238E27FC236}">
                <a16:creationId xmlns:a16="http://schemas.microsoft.com/office/drawing/2014/main" id="{A2F9590E-B2BA-4EF5-9812-CE8BCEA7A37F}"/>
              </a:ext>
            </a:extLst>
          </p:cNvPr>
          <p:cNvSpPr>
            <a:spLocks xmlns:a="http://schemas.openxmlformats.org/drawingml/2006/main" noGrp="1"/>
          </p:cNvSpPr>
          <p:nvPr/>
        </p:nvSpPr>
        <p:spPr>
          <a:xfrm xmlns:a="http://schemas.openxmlformats.org/drawingml/2006/main">
            <a:off x="265367" y="663797"/>
            <a:ext cx="8572500"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95250" rIns="95250" bIns="95250" anchor="t">
            <a:noAutofit/>
          </a:bodyPr>
          <a:lstStyle xmlns:a="http://schemas.openxmlformats.org/drawingml/2006/main">
            <a:defPPr>
              <a:defRPr sz="1600">
                <a:solidFill>
                  <a:srgbClr val="111111"/>
                </a:solidFill>
                <a:latin typeface="Google Sans Flex Medium"/>
                <a:ea typeface="Google Sans Flex Medium"/>
                <a:cs typeface="Google Sans Flex Medium"/>
              </a:defRPr>
            </a:defPPr>
            <a:lvl1pPr>
              <a:defRPr sz="1600">
                <a:solidFill>
                  <a:srgbClr val="111111"/>
                </a:solidFill>
                <a:latin typeface="Google Sans Flex Medium"/>
                <a:ea typeface="Google Sans Flex Medium"/>
                <a:cs typeface="Google Sans Flex Medium"/>
              </a:defRPr>
            </a:lvl1pPr>
            <a:lvl2pPr>
              <a:defRPr sz="1600">
                <a:solidFill>
                  <a:srgbClr val="111111"/>
                </a:solidFill>
                <a:latin typeface="Google Sans Flex Medium"/>
                <a:ea typeface="Google Sans Flex Medium"/>
                <a:cs typeface="Google Sans Flex Medium"/>
              </a:defRPr>
            </a:lvl2pPr>
            <a:lvl3pPr>
              <a:defRPr sz="1600">
                <a:solidFill>
                  <a:srgbClr val="111111"/>
                </a:solidFill>
                <a:latin typeface="Google Sans Flex Medium"/>
                <a:ea typeface="Google Sans Flex Medium"/>
                <a:cs typeface="Google Sans Flex Medium"/>
              </a:defRPr>
            </a:lvl3pPr>
            <a:lvl4pPr>
              <a:defRPr sz="1600">
                <a:solidFill>
                  <a:srgbClr val="111111"/>
                </a:solidFill>
                <a:latin typeface="Google Sans Flex Medium"/>
                <a:ea typeface="Google Sans Flex Medium"/>
                <a:cs typeface="Google Sans Flex Medium"/>
              </a:defRPr>
            </a:lvl4pPr>
            <a:lvl5pPr>
              <a:defRPr sz="1600">
                <a:solidFill>
                  <a:srgbClr val="111111"/>
                </a:solidFill>
                <a:latin typeface="Google Sans Flex Medium"/>
                <a:ea typeface="Google Sans Flex Medium"/>
                <a:cs typeface="Google Sans Flex Medium"/>
              </a:defRPr>
            </a:lvl5pPr>
            <a:lvl6pPr>
              <a:defRPr sz="1600">
                <a:solidFill>
                  <a:srgbClr val="111111"/>
                </a:solidFill>
                <a:latin typeface="Google Sans Flex Medium"/>
                <a:ea typeface="Google Sans Flex Medium"/>
                <a:cs typeface="Google Sans Flex Medium"/>
              </a:defRPr>
            </a:lvl6pPr>
            <a:lvl7pPr>
              <a:defRPr sz="1600">
                <a:solidFill>
                  <a:srgbClr val="111111"/>
                </a:solidFill>
                <a:latin typeface="Google Sans Flex Medium"/>
                <a:ea typeface="Google Sans Flex Medium"/>
                <a:cs typeface="Google Sans Flex Medium"/>
              </a:defRPr>
            </a:lvl7pPr>
            <a:lvl8pPr>
              <a:defRPr sz="1600">
                <a:solidFill>
                  <a:srgbClr val="111111"/>
                </a:solidFill>
                <a:latin typeface="Google Sans Flex Medium"/>
                <a:ea typeface="Google Sans Flex Medium"/>
                <a:cs typeface="Google Sans Flex Medium"/>
              </a:defRPr>
            </a:lvl8pPr>
            <a:lvl9pPr>
              <a:defRPr sz="1600">
                <a:solidFill>
                  <a:srgbClr val="111111"/>
                </a:solidFill>
                <a:latin typeface="Google Sans Flex Medium"/>
                <a:ea typeface="Google Sans Flex Medium"/>
                <a:cs typeface="Google Sans Flex Medium"/>
              </a:defRPr>
            </a:lvl9pPr>
          </a:lstStyle>
          <a:p xmlns:a="http://schemas.openxmlformats.org/drawingml/2006/main">
            <a:pPr marL="0" lvl="0" indent="0" algn="l">
              <a:spcBef>
                <a:spcPts val="0"/>
              </a:spcBef>
              <a:spcAft>
                <a:spcPts val="0"/>
              </a:spcAft>
              <a:buNone/>
              <a:defRPr sz="1600">
                <a:solidFill>
                  <a:srgbClr val="111111"/>
                </a:solidFill>
                <a:latin typeface="Google Sans Flex Medium"/>
                <a:ea typeface="Google Sans Flex Medium"/>
                <a:cs typeface="Google Sans Flex Medium"/>
              </a:defRPr>
            </a:pPr>
            <a:r>
              <a:rPr sz="1600">
                <a:solidFill>
                  <a:srgbClr val="111111"/>
                </a:solidFill>
                <a:latin typeface="Google Sans Flex Medium"/>
                <a:ea typeface="Google Sans Flex Medium"/>
                <a:cs typeface="Google Sans Flex Medium"/>
              </a:rPr>
              <a:t>Provide links to your:</a:t>
            </a:r>
            <a:endParaRPr sz="1600">
              <a:latin typeface="Google Sans Flex Medium"/>
              <a:ea typeface="Google Sans Flex Medium"/>
              <a:cs typeface="Google Sans Flex Medium"/>
            </a:endParaRPr>
          </a:p>
        </p:txBody>
      </p:sp>
      <p:sp>
        <p:nvSpPr>
          <p:cNvPr id="160" name="link-label-0">
            <a:extLst xmlns:a="http://schemas.openxmlformats.org/drawingml/2006/main">
              <a:ext uri="{FF2B5EF4-FFF2-40B4-BE49-F238E27FC236}">
                <a16:creationId xmlns:a16="http://schemas.microsoft.com/office/drawing/2014/main" id="{E0D25CD5-2C5D-4996-8206-052DC699AB85}"/>
              </a:ext>
            </a:extLst>
          </p:cNvPr>
          <p:cNvSpPr>
            <a:spLocks xmlns:a="http://schemas.openxmlformats.org/drawingml/2006/main" noGrp="1"/>
          </p:cNvSpPr>
          <p:nvPr/>
        </p:nvSpPr>
        <p:spPr>
          <a:xfrm xmlns:a="http://schemas.openxmlformats.org/drawingml/2006/main">
            <a:off x="495300" y="14763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GitHub public repository</a:t>
            </a:r>
          </a:p>
        </p:txBody>
      </p:sp>
      <p:sp>
        <p:nvSpPr>
          <p:cNvPr id="161" name="link-value-0">
            <a:extLst xmlns:a="http://schemas.openxmlformats.org/drawingml/2006/main">
              <a:ext uri="{FF2B5EF4-FFF2-40B4-BE49-F238E27FC236}">
                <a16:creationId xmlns:a16="http://schemas.microsoft.com/office/drawing/2014/main" id="{A8025222-681F-4B6A-AE6D-EFB08884FA9A}"/>
              </a:ext>
            </a:extLst>
          </p:cNvPr>
          <p:cNvSpPr>
            <a:spLocks xmlns:a="http://schemas.openxmlformats.org/drawingml/2006/main" noGrp="1"/>
          </p:cNvSpPr>
          <p:nvPr/>
        </p:nvSpPr>
        <p:spPr>
          <a:xfrm xmlns:a="http://schemas.openxmlformats.org/drawingml/2006/main">
            <a:off x="495300" y="18383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[Owner: publish approved repository and paste URL]</a:t>
            </a:r>
          </a:p>
        </p:txBody>
      </p:sp>
      <p:sp>
        <p:nvSpPr>
          <p:cNvPr id="162" name="link-label-1">
            <a:extLst xmlns:a="http://schemas.openxmlformats.org/drawingml/2006/main">
              <a:ext uri="{FF2B5EF4-FFF2-40B4-BE49-F238E27FC236}">
                <a16:creationId xmlns:a16="http://schemas.microsoft.com/office/drawing/2014/main" id="{1DCC50E8-661F-4B02-AFCB-8968AA5928C2}"/>
              </a:ext>
            </a:extLst>
          </p:cNvPr>
          <p:cNvSpPr>
            <a:spLocks xmlns:a="http://schemas.openxmlformats.org/drawingml/2006/main" noGrp="1"/>
          </p:cNvSpPr>
          <p:nvPr/>
        </p:nvSpPr>
        <p:spPr>
          <a:xfrm xmlns:a="http://schemas.openxmlformats.org/drawingml/2006/main">
            <a:off x="495300" y="23907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Demo video (under 3 minutes)</a:t>
            </a:r>
          </a:p>
        </p:txBody>
      </p:sp>
      <p:sp>
        <p:nvSpPr>
          <p:cNvPr id="163" name="link-value-1">
            <a:extLst xmlns:a="http://schemas.openxmlformats.org/drawingml/2006/main">
              <a:ext uri="{FF2B5EF4-FFF2-40B4-BE49-F238E27FC236}">
                <a16:creationId xmlns:a16="http://schemas.microsoft.com/office/drawing/2014/main" id="{8F3BBCCD-63A7-4A3F-AFB4-9EECCE193FEC}"/>
              </a:ext>
            </a:extLst>
          </p:cNvPr>
          <p:cNvSpPr>
            <a:spLocks xmlns:a="http://schemas.openxmlformats.org/drawingml/2006/main" noGrp="1"/>
          </p:cNvSpPr>
          <p:nvPr/>
        </p:nvSpPr>
        <p:spPr>
          <a:xfrm xmlns:a="http://schemas.openxmlformats.org/drawingml/2006/main">
            <a:off x="495300" y="27527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[Owner: record, upload and paste public video URL]</a:t>
            </a:r>
          </a:p>
        </p:txBody>
      </p:sp>
      <p:sp>
        <p:nvSpPr>
          <p:cNvPr id="164" name="link-label-2">
            <a:extLst xmlns:a="http://schemas.openxmlformats.org/drawingml/2006/main">
              <a:ext uri="{FF2B5EF4-FFF2-40B4-BE49-F238E27FC236}">
                <a16:creationId xmlns:a16="http://schemas.microsoft.com/office/drawing/2014/main" id="{426FA665-722B-4597-8756-FAE8F648DC4C}"/>
              </a:ext>
            </a:extLst>
          </p:cNvPr>
          <p:cNvSpPr>
            <a:spLocks xmlns:a="http://schemas.openxmlformats.org/drawingml/2006/main" noGrp="1"/>
          </p:cNvSpPr>
          <p:nvPr/>
        </p:nvSpPr>
        <p:spPr>
          <a:xfrm xmlns:a="http://schemas.openxmlformats.org/drawingml/2006/main">
            <a:off x="495300" y="33051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Final product</a:t>
            </a:r>
          </a:p>
        </p:txBody>
      </p:sp>
      <p:sp>
        <p:nvSpPr>
          <p:cNvPr id="165" name="link-value-2">
            <a:extLst xmlns:a="http://schemas.openxmlformats.org/drawingml/2006/main">
              <a:ext uri="{FF2B5EF4-FFF2-40B4-BE49-F238E27FC236}">
                <a16:creationId xmlns:a16="http://schemas.microsoft.com/office/drawing/2014/main" id="{FD5C256C-3B80-4D3D-8D8A-D8201B71022C}"/>
              </a:ext>
            </a:extLst>
          </p:cNvPr>
          <p:cNvSpPr>
            <a:spLocks xmlns:a="http://schemas.openxmlformats.org/drawingml/2006/main" noGrp="1"/>
          </p:cNvSpPr>
          <p:nvPr/>
        </p:nvSpPr>
        <p:spPr>
          <a:xfrm xmlns:a="http://schemas.openxmlformats.org/drawingml/2006/main">
            <a:off x="495300" y="36671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[Cloud deployment deferred by owner; public URL pending]</a:t>
            </a:r>
          </a:p>
        </p:txBody>
      </p:sp>
      <p:sp>
        <p:nvSpPr>
          <p:cNvPr id="166" name="link-check">
            <a:extLst xmlns:a="http://schemas.openxmlformats.org/drawingml/2006/main">
              <a:ext uri="{FF2B5EF4-FFF2-40B4-BE49-F238E27FC236}">
                <a16:creationId xmlns:a16="http://schemas.microsoft.com/office/drawing/2014/main" id="{1082A51B-2791-4F39-A667-C1FDAA146184}"/>
              </a:ext>
            </a:extLst>
          </p:cNvPr>
          <p:cNvSpPr>
            <a:spLocks xmlns:a="http://schemas.openxmlformats.org/drawingml/2006/main" noGrp="1"/>
          </p:cNvSpPr>
          <p:nvPr/>
        </p:nvSpPr>
        <p:spPr>
          <a:xfrm xmlns:a="http://schemas.openxmlformats.org/drawingml/2006/main">
            <a:off x="495300" y="4514850"/>
            <a:ext cx="815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All three links must open without account access during evaluation.</a:t>
            </a:r>
          </a:p>
        </p:txBody>
      </p:sp>
    </p:spTree>
    <p:extLst>
      <p:ext uri="{BB962C8B-B14F-4D97-AF65-F5344CB8AC3E}">
        <p14:creationId xmlns:p14="http://schemas.microsoft.com/office/powerpoint/2010/main" val="59864470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71" name="Google Shape;171;p28">
            <a:extLst xmlns:a="http://schemas.openxmlformats.org/drawingml/2006/main">
              <a:ext uri="{FF2B5EF4-FFF2-40B4-BE49-F238E27FC236}">
                <a16:creationId xmlns:a16="http://schemas.microsoft.com/office/drawing/2014/main" id="{6251020D-8F72-49A0-8A7F-99435C68ADD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b31298db3f47bf">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72" name="Google Shape;172;p28">
            <a:extLst xmlns:a="http://schemas.openxmlformats.org/drawingml/2006/main">
              <a:ext uri="{FF2B5EF4-FFF2-40B4-BE49-F238E27FC236}">
                <a16:creationId xmlns:a16="http://schemas.microsoft.com/office/drawing/2014/main" id="{E53D29B1-926D-46CF-8BE7-3FEF2275D89F}"/>
              </a:ext>
            </a:extLst>
          </p:cNvPr>
          <p:cNvPicPr>
            <a:picLocks xmlns:a="http://schemas.openxmlformats.org/drawingml/2006/main" noChangeAspect="1"/>
          </p:cNvPicPr>
          <p:nvPr/>
        </p:nvPicPr>
        <p:blipFill>
          <a:blip xmlns:r="http://schemas.openxmlformats.org/officeDocument/2006/relationships" xmlns:a="http://schemas.openxmlformats.org/drawingml/2006/main" r:embed="R4e7e664ebba54e2a">
            <a:alphaModFix/>
          </a:blip>
          <a:stretch xmlns:a="http://schemas.openxmlformats.org/drawingml/2006/main">
            <a:fillRect l="0" t="0" r="0" b="0"/>
          </a:stretch>
        </p:blipFill>
        <p:spPr>
          <a:xfrm xmlns:a="http://schemas.openxmlformats.org/drawingml/2006/main">
            <a:off x="0" y="0"/>
            <a:ext cx="9144000" cy="514351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8859977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2026-10-17T15:40:30.1050000Z</dcterms:created>
  <dcterms:modified xsi:type="dcterms:W3CDTF">2026-10-17T15:40:30.1050000Z</dcterms:modified>
</coreProperties>
</file>