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94ede433ff4989" /><Relationship Type="http://schemas.openxmlformats.org/officeDocument/2006/relationships/extended-properties" Target="/docProps/app.xml" Id="Ra67b93f7c7794c0d" /><Relationship Type="http://schemas.openxmlformats.org/officeDocument/2006/relationships/officeDocument" Target="/ppt/presentation.xml" Id="Rae49f0121d0b4e73"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011e0b6b73f40a0"/>
  </p:sldMasterIdLst>
  <p:notesMasterIdLst>
    <p:notesMasterId xmlns:r="http://schemas.openxmlformats.org/officeDocument/2006/relationships" r:id="R07af231e11ce4e8c"/>
  </p:notesMasterIdLst>
  <p:sldIdLst>
    <p:sldId xmlns:r="http://schemas.openxmlformats.org/officeDocument/2006/relationships" id="256" r:id="Rd0a24dab02c44610"/>
    <p:sldId xmlns:r="http://schemas.openxmlformats.org/officeDocument/2006/relationships" id="257" r:id="R209499194ffd4a5b"/>
    <p:sldId xmlns:r="http://schemas.openxmlformats.org/officeDocument/2006/relationships" id="258" r:id="Rfb3fca854b9c4177"/>
    <p:sldId xmlns:r="http://schemas.openxmlformats.org/officeDocument/2006/relationships" id="259" r:id="R467473030e6c4c3f"/>
    <p:sldId xmlns:r="http://schemas.openxmlformats.org/officeDocument/2006/relationships" id="260" r:id="Rab91cf2ee7da4eee"/>
    <p:sldId xmlns:r="http://schemas.openxmlformats.org/officeDocument/2006/relationships" id="261" r:id="Rda1519cca36f4fe0"/>
    <p:sldId xmlns:r="http://schemas.openxmlformats.org/officeDocument/2006/relationships" id="262" r:id="Rbe75213f7f67462f"/>
    <p:sldId xmlns:r="http://schemas.openxmlformats.org/officeDocument/2006/relationships" id="263" r:id="R669555c86af847bf"/>
    <p:sldId xmlns:r="http://schemas.openxmlformats.org/officeDocument/2006/relationships" id="264" r:id="Re5b8a23e155b4da3"/>
    <p:sldId xmlns:r="http://schemas.openxmlformats.org/officeDocument/2006/relationships" id="265" r:id="R8b9d72901ff84192"/>
    <p:sldId xmlns:r="http://schemas.openxmlformats.org/officeDocument/2006/relationships" id="266" r:id="Rb56ff92facac47c0"/>
    <p:sldId xmlns:r="http://schemas.openxmlformats.org/officeDocument/2006/relationships" id="267" r:id="Rcb0800bb78ec4998"/>
    <p:sldId xmlns:r="http://schemas.openxmlformats.org/officeDocument/2006/relationships" id="268" r:id="Rb25ee825a0994cf3"/>
    <p:sldId xmlns:r="http://schemas.openxmlformats.org/officeDocument/2006/relationships" id="269" r:id="R08c460ae66ce4d2f"/>
  </p:sldIdLst>
  <p:sldSz cx="9144000" cy="5143500"/>
  <p:notesSz cx="6858000" cy="9144000"/>
  <p:embeddedFontLst>
    <p:embeddedFont>
      <p:font typeface="Google Sans Flex Medium"/>
      <p:regular xmlns:r="http://schemas.openxmlformats.org/officeDocument/2006/relationships" r:id="Reb1350d0d11f4480"/>
      <p:bold xmlns:r="http://schemas.openxmlformats.org/officeDocument/2006/relationships" r:id="Rb0273e45ed354cb9"/>
    </p:embeddedFont>
    <p:embeddedFont>
      <p:font typeface="Google Sans Flex"/>
      <p:regular xmlns:r="http://schemas.openxmlformats.org/officeDocument/2006/relationships" r:id="Rde79d3a2dd444fb5"/>
      <p:bold xmlns:r="http://schemas.openxmlformats.org/officeDocument/2006/relationships" r:id="Rc0b930606565496c"/>
    </p:embeddedFont>
    <p:embeddedFont>
      <p:font typeface="Google Sans Flex SemiBold"/>
      <p:regular xmlns:r="http://schemas.openxmlformats.org/officeDocument/2006/relationships" r:id="R618564091630474b"/>
      <p:bold xmlns:r="http://schemas.openxmlformats.org/officeDocument/2006/relationships" r:id="R38afff60abbe4a67"/>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73f0a8555de94a75" /><Relationship Type="http://schemas.openxmlformats.org/officeDocument/2006/relationships/slideMaster" Target="/ppt/slideMasters/slideMaster1.xml" Id="Rc011e0b6b73f40a0" /><Relationship Type="http://schemas.openxmlformats.org/officeDocument/2006/relationships/notesMaster" Target="/ppt/notesMasters/notesMaster1.xml" Id="R07af231e11ce4e8c" /><Relationship Type="http://schemas.openxmlformats.org/officeDocument/2006/relationships/presProps" Target="/ppt/presProps.xml" Id="Ree26e116e15b4826" /><Relationship Type="http://schemas.openxmlformats.org/officeDocument/2006/relationships/viewProps" Target="/ppt/viewProps.xml" Id="R92a9b59c26294317" /><Relationship Type="http://schemas.openxmlformats.org/officeDocument/2006/relationships/tableStyles" Target="/ppt/tableStyles.xml" Id="R8d9cf7f3189143ef" /><Relationship Type="http://schemas.openxmlformats.org/officeDocument/2006/relationships/font" Target="/ppt/fonts/font.dat" Id="Reb1350d0d11f4480" /><Relationship Type="http://schemas.openxmlformats.org/officeDocument/2006/relationships/font" Target="/ppt/fonts/font2.dat" Id="Rb0273e45ed354cb9" /><Relationship Type="http://schemas.openxmlformats.org/officeDocument/2006/relationships/font" Target="/ppt/fonts/font3.dat" Id="Rde79d3a2dd444fb5" /><Relationship Type="http://schemas.openxmlformats.org/officeDocument/2006/relationships/font" Target="/ppt/fonts/font4.dat" Id="Rc0b930606565496c" /><Relationship Type="http://schemas.openxmlformats.org/officeDocument/2006/relationships/font" Target="/ppt/fonts/font5.dat" Id="R618564091630474b" /><Relationship Type="http://schemas.openxmlformats.org/officeDocument/2006/relationships/font" Target="/ppt/fonts/font6.dat" Id="R38afff60abbe4a67" /><Relationship Type="http://schemas.openxmlformats.org/officeDocument/2006/relationships/slide" Target="/ppt/slides/slide1.xml" Id="Rd0a24dab02c44610" /><Relationship Type="http://schemas.openxmlformats.org/officeDocument/2006/relationships/slide" Target="/ppt/slides/slide2.xml" Id="R209499194ffd4a5b" /><Relationship Type="http://schemas.openxmlformats.org/officeDocument/2006/relationships/slide" Target="/ppt/slides/slide3.xml" Id="Rfb3fca854b9c4177" /><Relationship Type="http://schemas.openxmlformats.org/officeDocument/2006/relationships/slide" Target="/ppt/slides/slide4.xml" Id="R467473030e6c4c3f" /><Relationship Type="http://schemas.openxmlformats.org/officeDocument/2006/relationships/slide" Target="/ppt/slides/slide5.xml" Id="Rab91cf2ee7da4eee" /><Relationship Type="http://schemas.openxmlformats.org/officeDocument/2006/relationships/slide" Target="/ppt/slides/slide6.xml" Id="Rda1519cca36f4fe0" /><Relationship Type="http://schemas.openxmlformats.org/officeDocument/2006/relationships/slide" Target="/ppt/slides/slide7.xml" Id="Rbe75213f7f67462f" /><Relationship Type="http://schemas.openxmlformats.org/officeDocument/2006/relationships/slide" Target="/ppt/slides/slide8.xml" Id="R669555c86af847bf" /><Relationship Type="http://schemas.openxmlformats.org/officeDocument/2006/relationships/slide" Target="/ppt/slides/slide9.xml" Id="Re5b8a23e155b4da3" /><Relationship Type="http://schemas.openxmlformats.org/officeDocument/2006/relationships/slide" Target="/ppt/slides/slide10.xml" Id="R8b9d72901ff84192" /><Relationship Type="http://schemas.openxmlformats.org/officeDocument/2006/relationships/slide" Target="/ppt/slides/slide11.xml" Id="Rb56ff92facac47c0" /><Relationship Type="http://schemas.openxmlformats.org/officeDocument/2006/relationships/slide" Target="/ppt/slides/slide12.xml" Id="Rcb0800bb78ec4998" /><Relationship Type="http://schemas.openxmlformats.org/officeDocument/2006/relationships/slide" Target="/ppt/slides/slide13.xml" Id="Rb25ee825a0994cf3" /><Relationship Type="http://schemas.openxmlformats.org/officeDocument/2006/relationships/slide" Target="/ppt/slides/slide14.xml" Id="R08c460ae66ce4d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9b062fe1e94c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cf217070f8476e" /><Relationship Type="http://schemas.openxmlformats.org/officeDocument/2006/relationships/notesMaster" Target="/ppt/notesMasters/notesMaster1.xml" Id="R65763936c5e94f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d8f3ee85cc4a34" /><Relationship Type="http://schemas.openxmlformats.org/officeDocument/2006/relationships/notesMaster" Target="/ppt/notesMasters/notesMaster1.xml" Id="R2d985920a7664e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3098fc1b184f00" /><Relationship Type="http://schemas.openxmlformats.org/officeDocument/2006/relationships/notesMaster" Target="/ppt/notesMasters/notesMaster1.xml" Id="R754fe4a6fcbd4a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41cd9f82b924ce4" /><Relationship Type="http://schemas.openxmlformats.org/officeDocument/2006/relationships/notesMaster" Target="/ppt/notesMasters/notesMaster1.xml" Id="R558f880e1f134c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10a233ddd94aa1" /><Relationship Type="http://schemas.openxmlformats.org/officeDocument/2006/relationships/notesMaster" Target="/ppt/notesMasters/notesMaster1.xml" Id="R7cca7d5e4ce444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62ae80e56c4f1d" /><Relationship Type="http://schemas.openxmlformats.org/officeDocument/2006/relationships/notesMaster" Target="/ppt/notesMasters/notesMaster1.xml" Id="R215c0774f69149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7e4120f1fd475e" /><Relationship Type="http://schemas.openxmlformats.org/officeDocument/2006/relationships/notesMaster" Target="/ppt/notesMasters/notesMaster1.xml" Id="R8fcbd14ef2b343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7d1552751540ea" /><Relationship Type="http://schemas.openxmlformats.org/officeDocument/2006/relationships/notesMaster" Target="/ppt/notesMasters/notesMaster1.xml" Id="Rec7e3d5ba562461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e20934d57494d68" /><Relationship Type="http://schemas.openxmlformats.org/officeDocument/2006/relationships/notesMaster" Target="/ppt/notesMasters/notesMaster1.xml" Id="Rb2deb63754264d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863495d6afe4587" /><Relationship Type="http://schemas.openxmlformats.org/officeDocument/2006/relationships/notesMaster" Target="/ppt/notesMasters/notesMaster1.xml" Id="R559e949ac7954e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db68e6fcac4c5b" /><Relationship Type="http://schemas.openxmlformats.org/officeDocument/2006/relationships/notesMaster" Target="/ppt/notesMasters/notesMaster1.xml" Id="R2a34dd37c1bc42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815ba2fd814d45" /><Relationship Type="http://schemas.openxmlformats.org/officeDocument/2006/relationships/notesMaster" Target="/ppt/notesMasters/notesMaster1.xml" Id="Rbb6004cf24104c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bc3143b186449d" /><Relationship Type="http://schemas.openxmlformats.org/officeDocument/2006/relationships/notesMaster" Target="/ppt/notesMasters/notesMaster1.xml" Id="Rcfddaa61100540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94c2447e3e4932" /><Relationship Type="http://schemas.openxmlformats.org/officeDocument/2006/relationships/notesMaster" Target="/ppt/notesMasters/notesMaster1.xml" Id="R40f3b452238840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Registered team: Tri-Fusion. Product: Namma Civic. Vudumula Naga sai Rahul (Leader); Mohammed Mudasser (Member); Abubakr Siddique M (Member). Names match the owner-supplied portal screenshot exactly; email addresses are omitted. Proposed challenge: Sustainability &amp; Social Impact. The exact problem-statement selection remains the owner's placeholder.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owner-supplied Hack2Skill portal roster screenshot and owner confirmation of the registered team name, 18 October 2026; submission/team.json.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Namma Civic helps citizens report civic problems, tracks the official response, and separates a claimed fix from citizen-verified resolution. The prototype focuses on one complete report-to-verification loop in Bengaluru.</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a:p xmlns:a="http://schemas.openxmlformats.org/drawingml/2006/main">
            <a:pPr marL="0" lvl="0" indent="0" algn="l">
              <a:spcBef>
                <a:spcPts val="0"/>
              </a:spcBef>
              <a:spcAft>
                <a:spcPts val="0"/>
              </a:spcAft>
              <a:buNone/>
            </a:pPr>
            <a:r>
              <a:t>Source: docs/research/wards.md; apps/api/data/validation.json. GBA December 2025 final delimitation via https://data.opencity.in/dataset/gba-wards-delimitation-2025 (metadata licence: Other (Public Domain)), official GBA GeoServer Kannada cross-check. 369 cleaned polygons, 5 corporations; source differences documented.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Differentiation is the combined evidence, citizen quorum and published metric definitions. This is a proposed product distinction, not a claim that no competitor offers citizen confirmation. No unverified market statistics are used.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Public Vercel device-only demonstration is accessible. Connected source is implemented; live Google Cloud integration remains unverified.</a:t>
            </a:r>
            <a:endParaRPr/>
          </a:p>
          <a:p xmlns:a="http://schemas.openxmlformats.org/drawingml/2006/main">
            <a:pPr marL="0" lvl="0" indent="0" algn="l">
              <a:spcBef>
                <a:spcPts val="0"/>
              </a:spcBef>
              <a:spcAft>
                <a:spcPts val="0"/>
              </a:spcAft>
              <a:buNone/>
            </a:pPr>
            <a:r>
              <a:t>Feature architecture and source are implemented. A rendered UI review and live cloud/AI verification remain separate checks. Fictional leaders and projects are labelled demonstration records.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deterministic state machine governs every transition. Evidence observations are checked before an official claim advances. Citizen quorum is min(2, eligible), with at least one required vote. Silence never counts as confirmation.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graphic uses the shipped ward geometry and actual deterministic demo positions. The adjacent ledger is a native editable diagram of computed seed values. This slide is a mock diagram, not a screenshot and not measured municipal performance.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docs/research/wards.md; apps/api/data/validation.json. GBA December 2025 final delimitation via https://data.opencity.in/dataset/gba-wards-delimitation-2025 (metadata licence: Other (Public Domain)), official GBA GeoServer Kannada cross-check. 369 cleaned polygons, 5 corporations; source differences documented.</a:t>
            </a:r>
            <a:endParaRPr/>
          </a:p>
          <a:p xmlns:a="http://schemas.openxmlformats.org/drawingml/2006/main">
            <a:pPr marL="0" lvl="0" indent="0" algn="l">
              <a:spcBef>
                <a:spcPts val="0"/>
              </a:spcBef>
              <a:spcAft>
                <a:spcPts val="0"/>
              </a:spcAft>
              <a:buNone/>
            </a:pPr>
            <a:r>
              <a:t>Source: apps/api/data/demo-seed-summary.json and apps/web/public/data/demo-city.json, generated by a deterministic dry run at 2026-10-17T08:00Z. Every issue, person, vote, budget and outcome is fictional demo data. No civic performance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implemented target architecture. Firebase Hosting would serve the SPA; /api would route to Cloud Run. Admin SDK owns mutations. Vertex uses a service account, not browser API keys. The public Vercel prototype is accessible in device-only demo mode. The owner plans Google Cloud deployment separately; live cloud services and model evaluation remain unverified.</a:t>
            </a:r>
            <a:endParaRPr/>
          </a:p>
          <a:p xmlns:a="http://schemas.openxmlformats.org/drawingml/2006/main">
            <a:pPr marL="0" lvl="0" indent="0" algn="l">
              <a:spcBef>
                <a:spcPts val="0"/>
              </a:spcBef>
              <a:spcAft>
                <a:spcPts val="0"/>
              </a:spcAft>
              <a:buNone/>
            </a:pPr>
            <a:r>
              <a:t>For Ask Namma Civic, Gemini selects closed fact keys; code renders complete labelled bilingual values, units and sample sizes. Public AI projections exclude citizen transcripts and unapproved pre-edit prose. The deterministic core is inside the API, not another cloud service.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stack is present in the codebase. Service integration code is distinct from successful cloud deployment or a measured live model evaluation.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cloud invoice, capacity benchmark or pricing estimate is claimed. The owner plans Google Cloud deployment separately; cloud spending and alert configuration are unverified. Cost drivers are architecture facts, not quoted prices.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template section remains an explicit readiness gap. Genuine product screenshots are not included in this revision. No fake screenshot was substituted. Add verified product captures from the public prototype and rerender this deck before submitting.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docs/research/media.md and apps/web/public/samples/CREDITS.md. Licensed photographs are illustrations; synthetic audio is labelled. No generated screenshot is presented as the product.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figures on this slide are local integrity checks, not live model benchmarks. The owner plans Google Cloud deployment separately; current live cloud services and model evaluation are unverified. No Gemini category accuracy, duplicate precision/recall, evidence detection rate or latency is fabricated.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apps/api/data/demo-seed-summary.json and apps/web/public/data/demo-city.json, generated by a deterministic dry run at 2026-10-17T08:00Z. Every issue, person, vote, budget and outcome is fictional demo data. No civic performance claim is made.</a:t>
            </a:r>
            <a:endParaRPr/>
          </a:p>
          <a:p xmlns:a="http://schemas.openxmlformats.org/drawingml/2006/main">
            <a:pPr marL="0" lvl="0" indent="0" algn="l">
              <a:spcBef>
                <a:spcPts val="0"/>
              </a:spcBef>
              <a:spcAft>
                <a:spcPts val="0"/>
              </a:spcAft>
              <a:buNone/>
            </a:pPr>
            <a:r>
              <a:t>Source: docs/research/wards.md; apps/api/data/validation.json. GBA December 2025 final delimitation via https://data.opencity.in/dataset/gba-wards-delimitation-2025 (metadata licence: Other (Public Domain)), official GBA GeoServer Kannada cross-check. 369 cleaned polygons, 5 corporations; source differences documented.</a:t>
            </a:r>
            <a:endParaRPr/>
          </a:p>
          <a:p xmlns:a="http://schemas.openxmlformats.org/drawingml/2006/main">
            <a:pPr marL="0" lvl="0" indent="0" algn="l">
              <a:spcBef>
                <a:spcPts val="0"/>
              </a:spcBef>
              <a:spcAft>
                <a:spcPts val="0"/>
              </a:spcAft>
              <a:buNone/>
            </a:pPr>
            <a:r>
              <a:t>Source: docs/research/media.md and apps/web/public/samples/CREDITS.md. Licensed photographs are illustrations; synthetic audio is labelled. No generated screenshot is presented as the product.</a:t>
            </a:r>
            <a:endParaRPr/>
          </a:p>
          <a:p xmlns:a="http://schemas.openxmlformats.org/drawingml/2006/main">
            <a:pPr marL="0" lvl="0" indent="0" algn="l">
              <a:spcBef>
                <a:spcPts val="0"/>
              </a:spcBef>
              <a:spcAft>
                <a:spcPts val="0"/>
              </a:spcAft>
              <a:buNone/>
            </a:pPr>
            <a:r>
              <a:t>Status: submission/status.json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Government integrations and real official verification are roadmap items. Namma Civic is an independent prototype; seeded fictional leaders and budgets must not be mistaken for actual officials or public spending.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repository docs/PRD.md; docs/ARCHITECTURE.md; packages/shared/src/stateMachine.ts; priority.ts; sla.ts; verification.ts; metrics.ts. These are implemented contracts, not evidence of a deployed 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public repository link is retained. The Vercel product URL https://lead-net-6639-eta.vercel.app/ was opened successfully in the managed browser and showed Namma Civic in local device-only demo mode. This access check does not establish connected Google Cloud integration. Only the public video URL remains pending. The owner-supplied current submission requirement is a 3-4 minute video. No video upload or contest submission is implied by this deck.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prescribed template; owner-supplied prototype URL, managed-browser access check and current video requirement, 18 October 2026; current status in submission/status.json.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Original closing artwork retained unchanged.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prescribed AI Builder Cup submission template.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21f20e23dbf45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139544962c940b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094718653314ae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5602b58604345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297126adad24b3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8f490e8865a4f4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392ea0571d2487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9053e3f9e36456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4ffb1f19a53439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b3b80b67281d4b6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2492886df09436f"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FC63CC0D-8BF3-480C-B3C7-15970D497487}"/>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20552A75-45F6-4E86-B4E6-1B78BABA5AC6}"/>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254B5555-EB3C-4696-8D81-CC83CD44058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82C95F71-33BE-459E-9CBA-6120B3556F7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861BF302-3E47-466E-9583-28FA615018C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B871BC1E-A5F9-4DFF-B3B0-B5C703D24AB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A9D15C40-F3F7-40D0-A3EA-F41D9C8BC139}"/>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5AD0A6A1-5B5C-4F1C-84DB-B4C106B3FAA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072EF783-C187-4CE5-97E9-D27C5D6966A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CF60E169-72BC-4BB8-9B84-24272721058A}"/>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32C8EA15-F16E-46F6-BB0A-81F19B891A9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05126E43-5434-4F2E-B963-3CDF13F71CB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7A6F0FEC-7B99-46D2-9806-2AFD984B31F6}"/>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678D2542-81CA-422C-8FC6-BB967525108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56CAF7AC-C96D-44B5-BF0E-8315DF861A2F}"/>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710CAFE8-0458-47DB-AE38-5E430C7F86F4}"/>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99F3579B-DFDF-48EC-B9ED-38E6043F46D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CC6D971F-636E-46F5-BAD3-14ACAE2ECBE1}"/>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B88E8F40-3990-44A3-976F-8D649A184C01}"/>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4CA146A4-9C87-4D1E-BB4F-90F908CB100B}"/>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D00D3371-C164-4600-A85B-7ED4FCEE1B7F}"/>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B13CEE89-2B84-47ED-875B-5416BE8ABA4D}"/>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7F2DB453-4952-49F4-8794-A068073D8E42}"/>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DFD65436-CB83-42EF-8AD2-05B28CF13082}"/>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F61BB834-8F0E-4334-A571-D5AB56E4C27E}"/>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CCDD6BCB-32C3-48CA-ACEC-536D156F59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0A037AF8-C665-4144-883D-682A1678E806}"/>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24766C3E-5866-4556-BE90-A2B1DB8A65F1}"/>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B9658567-D3FE-4D67-8587-4F7BF382360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C5E7F43D-CC0C-4FCF-9FC5-91613E7449E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dd7b619e7b417f" /><Relationship Type="http://schemas.openxmlformats.org/officeDocument/2006/relationships/slideLayout" Target="/ppt/slideLayouts/slideLayout1.xml" Id="Red3c20cc2ee34b7f" /><Relationship Type="http://schemas.openxmlformats.org/officeDocument/2006/relationships/slideLayout" Target="/ppt/slideLayouts/slideLayout2.xml" Id="R9b69aaf5c62045b0" /><Relationship Type="http://schemas.openxmlformats.org/officeDocument/2006/relationships/slideLayout" Target="/ppt/slideLayouts/slideLayout3.xml" Id="R37a814646d1e4b1f" /><Relationship Type="http://schemas.openxmlformats.org/officeDocument/2006/relationships/slideLayout" Target="/ppt/slideLayouts/slideLayout4.xml" Id="R977d35b0f59e4eda" /><Relationship Type="http://schemas.openxmlformats.org/officeDocument/2006/relationships/slideLayout" Target="/ppt/slideLayouts/slideLayout5.xml" Id="Rc148dd8cd7244cea" /><Relationship Type="http://schemas.openxmlformats.org/officeDocument/2006/relationships/slideLayout" Target="/ppt/slideLayouts/slideLayout6.xml" Id="R76617868e49844f0" /><Relationship Type="http://schemas.openxmlformats.org/officeDocument/2006/relationships/slideLayout" Target="/ppt/slideLayouts/slideLayout7.xml" Id="R7e0876dc21d34ca5" /><Relationship Type="http://schemas.openxmlformats.org/officeDocument/2006/relationships/slideLayout" Target="/ppt/slideLayouts/slideLayout8.xml" Id="R4244e041c6f94e23" /><Relationship Type="http://schemas.openxmlformats.org/officeDocument/2006/relationships/slideLayout" Target="/ppt/slideLayouts/slideLayout9.xml" Id="Rae8aebf5ee5c4477" /><Relationship Type="http://schemas.openxmlformats.org/officeDocument/2006/relationships/slideLayout" Target="/ppt/slideLayouts/slideLayout10.xml" Id="R8939b7be3183438b" /><Relationship Type="http://schemas.openxmlformats.org/officeDocument/2006/relationships/slideLayout" Target="/ppt/slideLayouts/slideLayout11.xml" Id="R8cfe09635de24a84"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AB170146-5848-41F5-8E55-BE72F969577C}"/>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EFDD2927-5763-4BCF-8875-65EC036C1B4C}"/>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CD2CF0C7-F729-4593-9D33-E8287142AF6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ed3c20cc2ee34b7f"/>
    <p:sldLayoutId xmlns:r="http://schemas.openxmlformats.org/officeDocument/2006/relationships" id="2147483650" r:id="R9b69aaf5c62045b0"/>
    <p:sldLayoutId xmlns:r="http://schemas.openxmlformats.org/officeDocument/2006/relationships" id="2147483651" r:id="R37a814646d1e4b1f"/>
    <p:sldLayoutId xmlns:r="http://schemas.openxmlformats.org/officeDocument/2006/relationships" id="2147483652" r:id="R977d35b0f59e4eda"/>
    <p:sldLayoutId xmlns:r="http://schemas.openxmlformats.org/officeDocument/2006/relationships" id="2147483653" r:id="Rc148dd8cd7244cea"/>
    <p:sldLayoutId xmlns:r="http://schemas.openxmlformats.org/officeDocument/2006/relationships" id="2147483654" r:id="R76617868e49844f0"/>
    <p:sldLayoutId xmlns:r="http://schemas.openxmlformats.org/officeDocument/2006/relationships" id="2147483655" r:id="R7e0876dc21d34ca5"/>
    <p:sldLayoutId xmlns:r="http://schemas.openxmlformats.org/officeDocument/2006/relationships" id="2147483656" r:id="R4244e041c6f94e23"/>
    <p:sldLayoutId xmlns:r="http://schemas.openxmlformats.org/officeDocument/2006/relationships" id="2147483657" r:id="Rae8aebf5ee5c4477"/>
    <p:sldLayoutId xmlns:r="http://schemas.openxmlformats.org/officeDocument/2006/relationships" id="2147483658" r:id="R8939b7be3183438b"/>
    <p:sldLayoutId xmlns:r="http://schemas.openxmlformats.org/officeDocument/2006/relationships" id="2147483659" r:id="R8cfe09635de24a84"/>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e3a7a8306c4da7" /><Relationship Type="http://schemas.openxmlformats.org/officeDocument/2006/relationships/image" Target="/ppt/media/image.png" Id="R760aae347bcf4004" /><Relationship Type="http://schemas.openxmlformats.org/officeDocument/2006/relationships/image" Target="/ppt/media/image2.png" Id="R44b529bbc70b4243" /><Relationship Type="http://schemas.openxmlformats.org/officeDocument/2006/relationships/notesSlide" Target="/ppt/notesSlides/notesSlide1.xml" Id="Rb3e32edf44d9471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c6a9d7eb524622" /><Relationship Type="http://schemas.openxmlformats.org/officeDocument/2006/relationships/image" Target="/ppt/media/image3.png" Id="R421ffe11102e4063" /><Relationship Type="http://schemas.openxmlformats.org/officeDocument/2006/relationships/notesSlide" Target="/ppt/notesSlides/notesSlide2.xml" Id="R59f17e22fc6544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89b279790e04ef9" /><Relationship Type="http://schemas.openxmlformats.org/officeDocument/2006/relationships/image" Target="/ppt/media/image2.png" Id="R5bc55108620944e9" /><Relationship Type="http://schemas.openxmlformats.org/officeDocument/2006/relationships/image" Target="/ppt/media/image3.png" Id="R23316d9bab0b4cad" /><Relationship Type="http://schemas.openxmlformats.org/officeDocument/2006/relationships/notesSlide" Target="/ppt/notesSlides/notesSlide3.xml" Id="Rd02ff749b3e342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69bb62710ba4802" /><Relationship Type="http://schemas.openxmlformats.org/officeDocument/2006/relationships/image" Target="/ppt/media/image2.png" Id="R540817c5ec594ec3" /><Relationship Type="http://schemas.openxmlformats.org/officeDocument/2006/relationships/image" Target="/ppt/media/image3.png" Id="Ra7c0d210ab024415" /><Relationship Type="http://schemas.openxmlformats.org/officeDocument/2006/relationships/notesSlide" Target="/ppt/notesSlides/notesSlide4.xml" Id="R24a1722165304f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ce0d7e4cbdb44ff" /><Relationship Type="http://schemas.openxmlformats.org/officeDocument/2006/relationships/image" Target="/ppt/media/image2.png" Id="Rcbb871fbc7bc43b9" /><Relationship Type="http://schemas.openxmlformats.org/officeDocument/2006/relationships/image" Target="/ppt/media/image3.png" Id="Ra1e145442d5c4543" /><Relationship Type="http://schemas.openxmlformats.org/officeDocument/2006/relationships/notesSlide" Target="/ppt/notesSlides/notesSlide5.xml" Id="Rcce1d8aadfbc4e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ebf0411afc4ad2" /><Relationship Type="http://schemas.openxmlformats.org/officeDocument/2006/relationships/image" Target="/ppt/media/image2.png" Id="R1fedb11586284cfb" /><Relationship Type="http://schemas.openxmlformats.org/officeDocument/2006/relationships/image" Target="/ppt/media/image3.png" Id="Rd42f40a4db61473b" /><Relationship Type="http://schemas.openxmlformats.org/officeDocument/2006/relationships/image" Target="/ppt/media/image4.png" Id="R86f7dc07d7154857" /><Relationship Type="http://schemas.openxmlformats.org/officeDocument/2006/relationships/notesSlide" Target="/ppt/notesSlides/notesSlide6.xml" Id="R270600c89f7747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7e9c22bff3c40ec" /><Relationship Type="http://schemas.openxmlformats.org/officeDocument/2006/relationships/image" Target="/ppt/media/image2.png" Id="R127357aab55f40b1" /><Relationship Type="http://schemas.openxmlformats.org/officeDocument/2006/relationships/image" Target="/ppt/media/image3.png" Id="R3f09fe187fe44a81" /><Relationship Type="http://schemas.openxmlformats.org/officeDocument/2006/relationships/notesSlide" Target="/ppt/notesSlides/notesSlide7.xml" Id="Re0feb88957d148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404940f73bb4e1f" /><Relationship Type="http://schemas.openxmlformats.org/officeDocument/2006/relationships/image" Target="/ppt/media/image2.png" Id="R429f578eae9c403c" /><Relationship Type="http://schemas.openxmlformats.org/officeDocument/2006/relationships/image" Target="/ppt/media/image3.png" Id="Reb525b169f2c401a" /><Relationship Type="http://schemas.openxmlformats.org/officeDocument/2006/relationships/notesSlide" Target="/ppt/notesSlides/notesSlide8.xml" Id="Rb649caae6a4648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bbdcec3302a43ba" /><Relationship Type="http://schemas.openxmlformats.org/officeDocument/2006/relationships/image" Target="/ppt/media/image2.png" Id="R60d41d90f1e34f87" /><Relationship Type="http://schemas.openxmlformats.org/officeDocument/2006/relationships/image" Target="/ppt/media/image3.png" Id="Rc9eda1a325394824" /><Relationship Type="http://schemas.openxmlformats.org/officeDocument/2006/relationships/notesSlide" Target="/ppt/notesSlides/notesSlide9.xml" Id="R842e292682cc4f5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89665ac5aba4e22" /><Relationship Type="http://schemas.openxmlformats.org/officeDocument/2006/relationships/image" Target="/ppt/media/image2.png" Id="Re6b292ef7c884ccd" /><Relationship Type="http://schemas.openxmlformats.org/officeDocument/2006/relationships/image" Target="/ppt/media/image3.png" Id="R0134ccb645fe4103" /><Relationship Type="http://schemas.openxmlformats.org/officeDocument/2006/relationships/notesSlide" Target="/ppt/notesSlides/notesSlide10.xml" Id="R0c0404c6adc7404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0fdeaa509564707" /><Relationship Type="http://schemas.openxmlformats.org/officeDocument/2006/relationships/image" Target="/ppt/media/image2.png" Id="R00322f565a5e4cd1" /><Relationship Type="http://schemas.openxmlformats.org/officeDocument/2006/relationships/image" Target="/ppt/media/image3.png" Id="Rce2acac53f0f48f8" /><Relationship Type="http://schemas.openxmlformats.org/officeDocument/2006/relationships/notesSlide" Target="/ppt/notesSlides/notesSlide11.xml" Id="R7aa6ee9cba2d41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3072f1a6dc648a4" /><Relationship Type="http://schemas.openxmlformats.org/officeDocument/2006/relationships/image" Target="/ppt/media/image2.png" Id="Rda2383b5870d4a58" /><Relationship Type="http://schemas.openxmlformats.org/officeDocument/2006/relationships/image" Target="/ppt/media/image3.png" Id="R32a31a2732fa47b3" /><Relationship Type="http://schemas.openxmlformats.org/officeDocument/2006/relationships/notesSlide" Target="/ppt/notesSlides/notesSlide12.xml" Id="Rd49f16ffb6ef465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0e4c7f7257640c2" /><Relationship Type="http://schemas.openxmlformats.org/officeDocument/2006/relationships/image" Target="/ppt/media/image2.png" Id="Re2e1af8855b34d3b" /><Relationship Type="http://schemas.openxmlformats.org/officeDocument/2006/relationships/image" Target="/ppt/media/image3.png" Id="Reee5ce8d08cb4cb3" /><Relationship Type="http://schemas.openxmlformats.org/officeDocument/2006/relationships/notesSlide" Target="/ppt/notesSlides/notesSlide13.xml" Id="Rdadd8836c639486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49deb97c22344f3" /><Relationship Type="http://schemas.openxmlformats.org/officeDocument/2006/relationships/image" Target="/ppt/media/image2.png" Id="R6858500f46a541a2" /><Relationship Type="http://schemas.openxmlformats.org/officeDocument/2006/relationships/image" Target="/ppt/media/image5.png" Id="R26c7ef12d6374f30" /><Relationship Type="http://schemas.openxmlformats.org/officeDocument/2006/relationships/notesSlide" Target="/ppt/notesSlides/notesSlide14.xml" Id="R95510a4b9287481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BF27E4E9-D71C-4722-8C32-90847AEBEBD2}"/>
              </a:ext>
            </a:extLst>
          </p:cNvPr>
          <p:cNvSpPr>
            <a:spLocks xmlns:a="http://schemas.openxmlformats.org/drawingml/2006/main" noGrp="1"/>
          </p:cNvSpPr>
          <p:nvPr/>
        </p:nvSpPr>
        <p:spPr>
          <a:xfrm xmlns:a="http://schemas.openxmlformats.org/drawingml/2006/main">
            <a:off x="146600" y="2902694"/>
            <a:ext cx="8760000" cy="200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2100">
                <a:latin typeface="Google Sans Flex SemiBold"/>
                <a:ea typeface="Google Sans Flex SemiBold"/>
                <a:cs typeface="Google Sans Flex SemiBold"/>
              </a:rPr>
              <a:t>Team Details</a:t>
            </a:r>
            <a:endParaRPr sz="2100">
              <a:latin typeface="Google Sans Flex SemiBold"/>
              <a:ea typeface="Google Sans Flex SemiBold"/>
              <a:cs typeface="Google Sans Flex SemiBold"/>
            </a:endParaRPr>
          </a:p>
          <a:p xmlns:a="http://schemas.openxmlformats.org/drawingml/2006/main">
            <a:pPr marL="0" lvl="0" indent="0" algn="l">
              <a:spcBef>
                <a:spcPts val="0"/>
              </a:spcBef>
              <a:spcAft>
                <a:spcPts val="0"/>
              </a:spcAft>
              <a:buNone/>
            </a:pPr>
            <a:r>
              <a:t/>
            </a:r>
            <a:endParaRPr sz="1800">
              <a:latin typeface="Google Sans Flex Medium"/>
              <a:ea typeface="Google Sans Flex Medium"/>
              <a:cs typeface="Google Sans Flex Medium"/>
            </a:endParaRPr>
          </a:p>
          <a:p xmlns:a="http://schemas.openxmlformats.org/drawingml/2006/main">
            <a:pPr marL="914400" lvl="1" indent="-342900" algn="l">
              <a:spcBef>
                <a:spcPts val="0"/>
              </a:spcBef>
              <a:spcAft>
                <a:spcPts val="0"/>
              </a:spcAft>
              <a:buSzPts val="1800"/>
              <a:buFont typeface="Google Sans Flex"/>
              <a:buAutoNum type="alphaLcPeriod"/>
            </a:pPr>
            <a:r>
              <a:rPr sz="1800">
                <a:latin typeface="Google Sans Flex"/>
                <a:ea typeface="Google Sans Flex"/>
                <a:cs typeface="Google Sans Flex"/>
              </a:rPr>
              <a:t>Team name: Tri-Fusion</a:t>
            </a:r>
            <a:endParaRPr sz="1800">
              <a:latin typeface="Google Sans Flex"/>
              <a:ea typeface="Google Sans Flex"/>
              <a:cs typeface="Google Sans Flex"/>
            </a:endParaRPr>
          </a:p>
          <a:p xmlns:a="http://schemas.openxmlformats.org/drawingml/2006/main">
            <a:pPr marL="914400" lvl="1" indent="-342900" algn="l">
              <a:spcBef>
                <a:spcPts val="0"/>
              </a:spcBef>
              <a:spcAft>
                <a:spcPts val="0"/>
              </a:spcAft>
              <a:buSzPts val="1800"/>
              <a:buFont typeface="Google Sans Flex"/>
              <a:buAutoNum type="alphaLcPeriod"/>
            </a:pPr>
            <a:r>
              <a:rPr sz="1800">
                <a:latin typeface="Google Sans Flex"/>
                <a:ea typeface="Google Sans Flex"/>
                <a:cs typeface="Google Sans Flex"/>
              </a:rPr>
              <a:t>Team leader name: Vudumula Naga sai Rahul</a:t>
            </a:r>
            <a:endParaRPr sz="1800">
              <a:latin typeface="Google Sans Flex"/>
              <a:ea typeface="Google Sans Flex"/>
              <a:cs typeface="Google Sans Flex"/>
            </a:endParaRPr>
          </a:p>
          <a:p xmlns:a="http://schemas.openxmlformats.org/drawingml/2006/main">
            <a:pPr marL="914400" lvl="1" indent="-342900" algn="l">
              <a:spcBef>
                <a:spcPts val="0"/>
              </a:spcBef>
              <a:spcAft>
                <a:spcPts val="0"/>
              </a:spcAft>
              <a:buSzPts val="1800"/>
              <a:buFont typeface="Google Sans Flex"/>
              <a:buAutoNum type="alphaLcPeriod"/>
            </a:pPr>
            <a:r>
              <a:rPr sz="1800">
                <a:latin typeface="Google Sans Flex"/>
                <a:ea typeface="Google Sans Flex"/>
                <a:cs typeface="Google Sans Flex"/>
              </a:rPr>
              <a:t>Problem Statement: [Owner to fill]</a:t>
            </a:r>
            <a:endParaRPr sz="1800">
              <a:latin typeface="Google Sans Flex"/>
              <a:ea typeface="Google Sans Flex"/>
              <a:cs typeface="Google Sans Flex"/>
            </a:endParaRPr>
          </a:p>
          <a:p xmlns:a="http://schemas.openxmlformats.org/drawingml/2006/main">
            <a:pPr marL="0" lvl="0" indent="0" algn="l">
              <a:spcBef>
                <a:spcPts val="0"/>
              </a:spcBef>
              <a:spcAft>
                <a:spcPts val="0"/>
              </a:spcAft>
              <a:buNone/>
            </a:pPr>
            <a:r>
              <a:t/>
            </a:r>
            <a:endParaRPr sz="1800">
              <a:latin typeface="Google Sans Flex Medium"/>
              <a:ea typeface="Google Sans Flex Medium"/>
              <a:cs typeface="Google Sans Flex Medium"/>
            </a:endParaRPr>
          </a:p>
        </p:txBody>
      </p:sp>
      <p:pic>
        <p:nvPicPr>
          <p:cNvPr id="55" name="Google Shape;55;p13">
            <a:extLst xmlns:a="http://schemas.openxmlformats.org/drawingml/2006/main">
              <a:ext uri="{FF2B5EF4-FFF2-40B4-BE49-F238E27FC236}">
                <a16:creationId xmlns:a16="http://schemas.microsoft.com/office/drawing/2014/main" id="{AAD4EADD-5BC8-4CD1-8D5B-B839F19A0645}"/>
              </a:ext>
            </a:extLst>
          </p:cNvPr>
          <p:cNvPicPr>
            <a:picLocks xmlns:a="http://schemas.openxmlformats.org/drawingml/2006/main" noChangeAspect="1"/>
          </p:cNvPicPr>
          <p:nvPr/>
        </p:nvPicPr>
        <p:blipFill>
          <a:blip xmlns:r="http://schemas.openxmlformats.org/officeDocument/2006/relationships" xmlns:a="http://schemas.openxmlformats.org/drawingml/2006/main" r:embed="R760aae347bcf4004">
            <a:alphaModFix/>
          </a:blip>
          <a:stretch xmlns:a="http://schemas.openxmlformats.org/drawingml/2006/main">
            <a:fillRect l="0" t="0" r="0" b="0"/>
          </a:stretch>
        </p:blipFill>
        <p:spPr>
          <a:xfrm xmlns:a="http://schemas.openxmlformats.org/drawingml/2006/main">
            <a:off x="0" y="-3"/>
            <a:ext cx="9144000" cy="2715526"/>
          </a:xfrm>
          <a:prstGeom xmlns:a="http://schemas.openxmlformats.org/drawingml/2006/main" prst="rect">
            <a:avLst/>
          </a:prstGeom>
          <a:ln xmlns:a="http://schemas.openxmlformats.org/drawingml/2006/main">
            <a:noFill/>
          </a:ln>
        </p:spPr>
      </p:pic>
      <p:pic>
        <p:nvPicPr>
          <p:cNvPr id="56" name="Google Shape;56;p13">
            <a:extLst xmlns:a="http://schemas.openxmlformats.org/drawingml/2006/main">
              <a:ext uri="{FF2B5EF4-FFF2-40B4-BE49-F238E27FC236}">
                <a16:creationId xmlns:a16="http://schemas.microsoft.com/office/drawing/2014/main" id="{5199E191-58F3-4C14-A294-FCF498B1445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4b529bbc70b4243">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sp>
        <p:nvSpPr>
          <p:cNvPr id="57" name="registered-team-members">
            <a:extLst xmlns:a="http://schemas.openxmlformats.org/drawingml/2006/main">
              <a:ext uri="{FF2B5EF4-FFF2-40B4-BE49-F238E27FC236}">
                <a16:creationId xmlns:a16="http://schemas.microsoft.com/office/drawing/2014/main" id="{B532ABDC-7E87-4973-80EE-B2EE441602BA}"/>
              </a:ext>
            </a:extLst>
          </p:cNvPr>
          <p:cNvSpPr>
            <a:spLocks xmlns:a="http://schemas.openxmlformats.org/drawingml/2006/main" noGrp="1"/>
          </p:cNvSpPr>
          <p:nvPr/>
        </p:nvSpPr>
        <p:spPr>
          <a:xfrm xmlns:a="http://schemas.openxmlformats.org/drawingml/2006/main">
            <a:off x="1152525" y="4552950"/>
            <a:ext cx="752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111111"/>
                </a:solidFill>
                <a:latin typeface="Google Sans Flex"/>
                <a:ea typeface="Google Sans Flex"/>
                <a:cs typeface="Google Sans Flex"/>
              </a:defRPr>
            </a:defPPr>
            <a:lvl1pPr>
              <a:defRPr sz="1500">
                <a:solidFill>
                  <a:srgbClr val="111111"/>
                </a:solidFill>
                <a:latin typeface="Google Sans Flex"/>
                <a:ea typeface="Google Sans Flex"/>
                <a:cs typeface="Google Sans Flex"/>
              </a:defRPr>
            </a:lvl1pPr>
            <a:lvl2pPr>
              <a:defRPr sz="1500">
                <a:solidFill>
                  <a:srgbClr val="111111"/>
                </a:solidFill>
                <a:latin typeface="Google Sans Flex"/>
                <a:ea typeface="Google Sans Flex"/>
                <a:cs typeface="Google Sans Flex"/>
              </a:defRPr>
            </a:lvl2pPr>
            <a:lvl3pPr>
              <a:defRPr sz="1500">
                <a:solidFill>
                  <a:srgbClr val="111111"/>
                </a:solidFill>
                <a:latin typeface="Google Sans Flex"/>
                <a:ea typeface="Google Sans Flex"/>
                <a:cs typeface="Google Sans Flex"/>
              </a:defRPr>
            </a:lvl3pPr>
            <a:lvl4pPr>
              <a:defRPr sz="1500">
                <a:solidFill>
                  <a:srgbClr val="111111"/>
                </a:solidFill>
                <a:latin typeface="Google Sans Flex"/>
                <a:ea typeface="Google Sans Flex"/>
                <a:cs typeface="Google Sans Flex"/>
              </a:defRPr>
            </a:lvl4pPr>
            <a:lvl5pPr>
              <a:defRPr sz="1500">
                <a:solidFill>
                  <a:srgbClr val="111111"/>
                </a:solidFill>
                <a:latin typeface="Google Sans Flex"/>
                <a:ea typeface="Google Sans Flex"/>
                <a:cs typeface="Google Sans Flex"/>
              </a:defRPr>
            </a:lvl5pPr>
            <a:lvl6pPr>
              <a:defRPr sz="1500">
                <a:solidFill>
                  <a:srgbClr val="111111"/>
                </a:solidFill>
                <a:latin typeface="Google Sans Flex"/>
                <a:ea typeface="Google Sans Flex"/>
                <a:cs typeface="Google Sans Flex"/>
              </a:defRPr>
            </a:lvl6pPr>
            <a:lvl7pPr>
              <a:defRPr sz="1500">
                <a:solidFill>
                  <a:srgbClr val="111111"/>
                </a:solidFill>
                <a:latin typeface="Google Sans Flex"/>
                <a:ea typeface="Google Sans Flex"/>
                <a:cs typeface="Google Sans Flex"/>
              </a:defRPr>
            </a:lvl7pPr>
            <a:lvl8pPr>
              <a:defRPr sz="1500">
                <a:solidFill>
                  <a:srgbClr val="111111"/>
                </a:solidFill>
                <a:latin typeface="Google Sans Flex"/>
                <a:ea typeface="Google Sans Flex"/>
                <a:cs typeface="Google Sans Flex"/>
              </a:defRPr>
            </a:lvl8pPr>
            <a:lvl9pPr>
              <a:defRPr sz="1500">
                <a:solidFill>
                  <a:srgbClr val="111111"/>
                </a:solidFill>
                <a:latin typeface="Google Sans Flex"/>
                <a:ea typeface="Google Sans Flex"/>
                <a:cs typeface="Google Sans Flex"/>
              </a:defRPr>
            </a:lvl9pPr>
          </a:lstStyle>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Team members: Mohammed Mudasser; Abubakr Siddique M</a:t>
            </a:r>
          </a:p>
        </p:txBody>
      </p:sp>
    </p:spTree>
    <p:extLst>
      <p:ext uri="{BB962C8B-B14F-4D97-AF65-F5344CB8AC3E}">
        <p14:creationId xmlns:p14="http://schemas.microsoft.com/office/powerpoint/2010/main" val="120724030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69" name="Google Shape;69;p15">
            <a:extLst xmlns:a="http://schemas.openxmlformats.org/drawingml/2006/main">
              <a:ext uri="{FF2B5EF4-FFF2-40B4-BE49-F238E27FC236}">
                <a16:creationId xmlns:a16="http://schemas.microsoft.com/office/drawing/2014/main" id="{51844D39-5D3E-4B3F-AE94-7D1BA1549588}"/>
              </a:ext>
            </a:extLst>
          </p:cNvPr>
          <p:cNvPicPr>
            <a:picLocks xmlns:a="http://schemas.openxmlformats.org/drawingml/2006/main" noChangeAspect="1"/>
          </p:cNvPicPr>
          <p:nvPr/>
        </p:nvPicPr>
        <p:blipFill>
          <a:blip xmlns:r="http://schemas.openxmlformats.org/officeDocument/2006/relationships" xmlns:a="http://schemas.openxmlformats.org/drawingml/2006/main" r:embed="R421ffe11102e406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0" name="Google Shape;70;p15">
            <a:extLst xmlns:a="http://schemas.openxmlformats.org/drawingml/2006/main">
              <a:ext uri="{FF2B5EF4-FFF2-40B4-BE49-F238E27FC236}">
                <a16:creationId xmlns:a16="http://schemas.microsoft.com/office/drawing/2014/main" id="{5A21898D-F4ED-4BF0-94EC-6A44C3581DCD}"/>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1" name="Google Shape;71;p15">
            <a:extLst xmlns:a="http://schemas.openxmlformats.org/drawingml/2006/main">
              <a:ext uri="{FF2B5EF4-FFF2-40B4-BE49-F238E27FC236}">
                <a16:creationId xmlns:a16="http://schemas.microsoft.com/office/drawing/2014/main" id="{2CC36E29-9968-4D33-A131-96D9972CAE34}"/>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Brief about the idea</a:t>
            </a:r>
            <a:endParaRPr sz="1600">
              <a:latin typeface="Google Sans Flex Medium"/>
              <a:ea typeface="Google Sans Flex Medium"/>
              <a:cs typeface="Google Sans Flex Medium"/>
            </a:endParaRPr>
          </a:p>
        </p:txBody>
      </p:sp>
      <p:sp>
        <p:nvSpPr>
          <p:cNvPr id="72" name="product-name">
            <a:extLst xmlns:a="http://schemas.openxmlformats.org/drawingml/2006/main">
              <a:ext uri="{FF2B5EF4-FFF2-40B4-BE49-F238E27FC236}">
                <a16:creationId xmlns:a16="http://schemas.microsoft.com/office/drawing/2014/main" id="{87CC284D-61E6-411F-BAF1-D1A06D4DE209}"/>
              </a:ext>
            </a:extLst>
          </p:cNvPr>
          <p:cNvSpPr>
            <a:spLocks xmlns:a="http://schemas.openxmlformats.org/drawingml/2006/main" noGrp="1"/>
          </p:cNvSpPr>
          <p:nvPr/>
        </p:nvSpPr>
        <p:spPr>
          <a:xfrm xmlns:a="http://schemas.openxmlformats.org/drawingml/2006/main">
            <a:off x="495300" y="1352550"/>
            <a:ext cx="6096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11111"/>
                </a:solidFill>
                <a:latin typeface="Google Sans Flex"/>
                <a:ea typeface="Google Sans Flex"/>
                <a:cs typeface="Google Sans Flex"/>
              </a:defRPr>
            </a:defPPr>
            <a:lvl1pPr>
              <a:defRPr sz="3000" b="1">
                <a:solidFill>
                  <a:srgbClr val="111111"/>
                </a:solidFill>
                <a:latin typeface="Google Sans Flex"/>
                <a:ea typeface="Google Sans Flex"/>
                <a:cs typeface="Google Sans Flex"/>
              </a:defRPr>
            </a:lvl1pPr>
            <a:lvl2pPr>
              <a:defRPr sz="3000" b="1">
                <a:solidFill>
                  <a:srgbClr val="111111"/>
                </a:solidFill>
                <a:latin typeface="Google Sans Flex"/>
                <a:ea typeface="Google Sans Flex"/>
                <a:cs typeface="Google Sans Flex"/>
              </a:defRPr>
            </a:lvl2pPr>
            <a:lvl3pPr>
              <a:defRPr sz="3000" b="1">
                <a:solidFill>
                  <a:srgbClr val="111111"/>
                </a:solidFill>
                <a:latin typeface="Google Sans Flex"/>
                <a:ea typeface="Google Sans Flex"/>
                <a:cs typeface="Google Sans Flex"/>
              </a:defRPr>
            </a:lvl3pPr>
            <a:lvl4pPr>
              <a:defRPr sz="3000" b="1">
                <a:solidFill>
                  <a:srgbClr val="111111"/>
                </a:solidFill>
                <a:latin typeface="Google Sans Flex"/>
                <a:ea typeface="Google Sans Flex"/>
                <a:cs typeface="Google Sans Flex"/>
              </a:defRPr>
            </a:lvl4pPr>
            <a:lvl5pPr>
              <a:defRPr sz="3000" b="1">
                <a:solidFill>
                  <a:srgbClr val="111111"/>
                </a:solidFill>
                <a:latin typeface="Google Sans Flex"/>
                <a:ea typeface="Google Sans Flex"/>
                <a:cs typeface="Google Sans Flex"/>
              </a:defRPr>
            </a:lvl5pPr>
            <a:lvl6pPr>
              <a:defRPr sz="3000" b="1">
                <a:solidFill>
                  <a:srgbClr val="111111"/>
                </a:solidFill>
                <a:latin typeface="Google Sans Flex"/>
                <a:ea typeface="Google Sans Flex"/>
                <a:cs typeface="Google Sans Flex"/>
              </a:defRPr>
            </a:lvl6pPr>
            <a:lvl7pPr>
              <a:defRPr sz="3000" b="1">
                <a:solidFill>
                  <a:srgbClr val="111111"/>
                </a:solidFill>
                <a:latin typeface="Google Sans Flex"/>
                <a:ea typeface="Google Sans Flex"/>
                <a:cs typeface="Google Sans Flex"/>
              </a:defRPr>
            </a:lvl7pPr>
            <a:lvl8pPr>
              <a:defRPr sz="3000" b="1">
                <a:solidFill>
                  <a:srgbClr val="111111"/>
                </a:solidFill>
                <a:latin typeface="Google Sans Flex"/>
                <a:ea typeface="Google Sans Flex"/>
                <a:cs typeface="Google Sans Flex"/>
              </a:defRPr>
            </a:lvl8pPr>
            <a:lvl9pPr>
              <a:defRPr sz="3000" b="1">
                <a:solidFill>
                  <a:srgbClr val="111111"/>
                </a:solidFill>
                <a:latin typeface="Google Sans Flex"/>
                <a:ea typeface="Google Sans Flex"/>
                <a:cs typeface="Google Sans Flex"/>
              </a:defRPr>
            </a:lvl9pPr>
          </a:lstStyle>
          <a:p xmlns:a="http://schemas.openxmlformats.org/drawingml/2006/main">
            <a:pPr>
              <a:defRPr sz="3000" b="1">
                <a:solidFill>
                  <a:srgbClr val="111111"/>
                </a:solidFill>
                <a:latin typeface="Google Sans Flex"/>
                <a:ea typeface="Google Sans Flex"/>
                <a:cs typeface="Google Sans Flex"/>
              </a:defRPr>
            </a:pPr>
            <a:r>
              <a:rPr sz="3000" b="1">
                <a:solidFill>
                  <a:srgbClr val="111111"/>
                </a:solidFill>
                <a:latin typeface="Google Sans Flex"/>
                <a:ea typeface="Google Sans Flex"/>
                <a:cs typeface="Google Sans Flex"/>
              </a:rPr>
              <a:t>Namma Civic</a:t>
            </a:r>
          </a:p>
        </p:txBody>
      </p:sp>
      <p:sp>
        <p:nvSpPr>
          <p:cNvPr id="73" name="idea">
            <a:extLst xmlns:a="http://schemas.openxmlformats.org/drawingml/2006/main">
              <a:ext uri="{FF2B5EF4-FFF2-40B4-BE49-F238E27FC236}">
                <a16:creationId xmlns:a16="http://schemas.microsoft.com/office/drawing/2014/main" id="{465BA753-2DEC-43DB-8E09-6FB4F87F8BEC}"/>
              </a:ext>
            </a:extLst>
          </p:cNvPr>
          <p:cNvSpPr>
            <a:spLocks xmlns:a="http://schemas.openxmlformats.org/drawingml/2006/main" noGrp="1"/>
          </p:cNvSpPr>
          <p:nvPr/>
        </p:nvSpPr>
        <p:spPr>
          <a:xfrm xmlns:a="http://schemas.openxmlformats.org/drawingml/2006/main">
            <a:off x="495300" y="2009775"/>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a:solidFill>
                  <a:srgbClr val="111111"/>
                </a:solidFill>
                <a:latin typeface="Google Sans Flex"/>
                <a:ea typeface="Google Sans Flex"/>
                <a:cs typeface="Google Sans Flex"/>
              </a:defRPr>
            </a:defPPr>
            <a:lvl1pPr>
              <a:defRPr sz="2325">
                <a:solidFill>
                  <a:srgbClr val="111111"/>
                </a:solidFill>
                <a:latin typeface="Google Sans Flex"/>
                <a:ea typeface="Google Sans Flex"/>
                <a:cs typeface="Google Sans Flex"/>
              </a:defRPr>
            </a:lvl1pPr>
            <a:lvl2pPr>
              <a:defRPr sz="2325">
                <a:solidFill>
                  <a:srgbClr val="111111"/>
                </a:solidFill>
                <a:latin typeface="Google Sans Flex"/>
                <a:ea typeface="Google Sans Flex"/>
                <a:cs typeface="Google Sans Flex"/>
              </a:defRPr>
            </a:lvl2pPr>
            <a:lvl3pPr>
              <a:defRPr sz="2325">
                <a:solidFill>
                  <a:srgbClr val="111111"/>
                </a:solidFill>
                <a:latin typeface="Google Sans Flex"/>
                <a:ea typeface="Google Sans Flex"/>
                <a:cs typeface="Google Sans Flex"/>
              </a:defRPr>
            </a:lvl3pPr>
            <a:lvl4pPr>
              <a:defRPr sz="2325">
                <a:solidFill>
                  <a:srgbClr val="111111"/>
                </a:solidFill>
                <a:latin typeface="Google Sans Flex"/>
                <a:ea typeface="Google Sans Flex"/>
                <a:cs typeface="Google Sans Flex"/>
              </a:defRPr>
            </a:lvl4pPr>
            <a:lvl5pPr>
              <a:defRPr sz="2325">
                <a:solidFill>
                  <a:srgbClr val="111111"/>
                </a:solidFill>
                <a:latin typeface="Google Sans Flex"/>
                <a:ea typeface="Google Sans Flex"/>
                <a:cs typeface="Google Sans Flex"/>
              </a:defRPr>
            </a:lvl5pPr>
            <a:lvl6pPr>
              <a:defRPr sz="2325">
                <a:solidFill>
                  <a:srgbClr val="111111"/>
                </a:solidFill>
                <a:latin typeface="Google Sans Flex"/>
                <a:ea typeface="Google Sans Flex"/>
                <a:cs typeface="Google Sans Flex"/>
              </a:defRPr>
            </a:lvl6pPr>
            <a:lvl7pPr>
              <a:defRPr sz="2325">
                <a:solidFill>
                  <a:srgbClr val="111111"/>
                </a:solidFill>
                <a:latin typeface="Google Sans Flex"/>
                <a:ea typeface="Google Sans Flex"/>
                <a:cs typeface="Google Sans Flex"/>
              </a:defRPr>
            </a:lvl7pPr>
            <a:lvl8pPr>
              <a:defRPr sz="2325">
                <a:solidFill>
                  <a:srgbClr val="111111"/>
                </a:solidFill>
                <a:latin typeface="Google Sans Flex"/>
                <a:ea typeface="Google Sans Flex"/>
                <a:cs typeface="Google Sans Flex"/>
              </a:defRPr>
            </a:lvl8pPr>
            <a:lvl9pPr>
              <a:defRPr sz="2325">
                <a:solidFill>
                  <a:srgbClr val="111111"/>
                </a:solidFill>
                <a:latin typeface="Google Sans Flex"/>
                <a:ea typeface="Google Sans Flex"/>
                <a:cs typeface="Google Sans Flex"/>
              </a:defRPr>
            </a:lvl9pPr>
          </a:lstStyle>
          <a:p xmlns:a="http://schemas.openxmlformats.org/drawingml/2006/main">
            <a:pPr>
              <a:defRPr sz="2325">
                <a:solidFill>
                  <a:srgbClr val="111111"/>
                </a:solidFill>
                <a:latin typeface="Google Sans Flex"/>
                <a:ea typeface="Google Sans Flex"/>
                <a:cs typeface="Google Sans Flex"/>
              </a:defRPr>
            </a:pPr>
            <a:r>
              <a:rPr sz="2325">
                <a:solidFill>
                  <a:srgbClr val="111111"/>
                </a:solidFill>
                <a:latin typeface="Google Sans Flex"/>
                <a:ea typeface="Google Sans Flex"/>
                <a:cs typeface="Google Sans Flex"/>
              </a:rPr>
              <a:t>Citizens verify the fix</a:t>
            </a:r>
          </a:p>
        </p:txBody>
      </p:sp>
      <p:sp>
        <p:nvSpPr>
          <p:cNvPr id="74" name="problem">
            <a:extLst xmlns:a="http://schemas.openxmlformats.org/drawingml/2006/main">
              <a:ext uri="{FF2B5EF4-FFF2-40B4-BE49-F238E27FC236}">
                <a16:creationId xmlns:a16="http://schemas.microsoft.com/office/drawing/2014/main" id="{F0D6E6CD-8628-41AE-8352-E04182C14A4D}"/>
              </a:ext>
            </a:extLst>
          </p:cNvPr>
          <p:cNvSpPr>
            <a:spLocks xmlns:a="http://schemas.openxmlformats.org/drawingml/2006/main" noGrp="1"/>
          </p:cNvSpPr>
          <p:nvPr/>
        </p:nvSpPr>
        <p:spPr>
          <a:xfrm xmlns:a="http://schemas.openxmlformats.org/drawingml/2006/main">
            <a:off x="495300" y="263842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a:solidFill>
                  <a:srgbClr val="111111"/>
                </a:solidFill>
                <a:latin typeface="Google Sans Flex"/>
                <a:ea typeface="Google Sans Flex"/>
                <a:cs typeface="Google Sans Flex"/>
              </a:defRPr>
            </a:defPPr>
            <a:lvl1pPr>
              <a:defRPr sz="1725">
                <a:solidFill>
                  <a:srgbClr val="111111"/>
                </a:solidFill>
                <a:latin typeface="Google Sans Flex"/>
                <a:ea typeface="Google Sans Flex"/>
                <a:cs typeface="Google Sans Flex"/>
              </a:defRPr>
            </a:lvl1pPr>
            <a:lvl2pPr>
              <a:defRPr sz="1725">
                <a:solidFill>
                  <a:srgbClr val="111111"/>
                </a:solidFill>
                <a:latin typeface="Google Sans Flex"/>
                <a:ea typeface="Google Sans Flex"/>
                <a:cs typeface="Google Sans Flex"/>
              </a:defRPr>
            </a:lvl2pPr>
            <a:lvl3pPr>
              <a:defRPr sz="1725">
                <a:solidFill>
                  <a:srgbClr val="111111"/>
                </a:solidFill>
                <a:latin typeface="Google Sans Flex"/>
                <a:ea typeface="Google Sans Flex"/>
                <a:cs typeface="Google Sans Flex"/>
              </a:defRPr>
            </a:lvl3pPr>
            <a:lvl4pPr>
              <a:defRPr sz="1725">
                <a:solidFill>
                  <a:srgbClr val="111111"/>
                </a:solidFill>
                <a:latin typeface="Google Sans Flex"/>
                <a:ea typeface="Google Sans Flex"/>
                <a:cs typeface="Google Sans Flex"/>
              </a:defRPr>
            </a:lvl4pPr>
            <a:lvl5pPr>
              <a:defRPr sz="1725">
                <a:solidFill>
                  <a:srgbClr val="111111"/>
                </a:solidFill>
                <a:latin typeface="Google Sans Flex"/>
                <a:ea typeface="Google Sans Flex"/>
                <a:cs typeface="Google Sans Flex"/>
              </a:defRPr>
            </a:lvl5pPr>
            <a:lvl6pPr>
              <a:defRPr sz="1725">
                <a:solidFill>
                  <a:srgbClr val="111111"/>
                </a:solidFill>
                <a:latin typeface="Google Sans Flex"/>
                <a:ea typeface="Google Sans Flex"/>
                <a:cs typeface="Google Sans Flex"/>
              </a:defRPr>
            </a:lvl6pPr>
            <a:lvl7pPr>
              <a:defRPr sz="1725">
                <a:solidFill>
                  <a:srgbClr val="111111"/>
                </a:solidFill>
                <a:latin typeface="Google Sans Flex"/>
                <a:ea typeface="Google Sans Flex"/>
                <a:cs typeface="Google Sans Flex"/>
              </a:defRPr>
            </a:lvl7pPr>
            <a:lvl8pPr>
              <a:defRPr sz="1725">
                <a:solidFill>
                  <a:srgbClr val="111111"/>
                </a:solidFill>
                <a:latin typeface="Google Sans Flex"/>
                <a:ea typeface="Google Sans Flex"/>
                <a:cs typeface="Google Sans Flex"/>
              </a:defRPr>
            </a:lvl8pPr>
            <a:lvl9pPr>
              <a:defRPr sz="1725">
                <a:solidFill>
                  <a:srgbClr val="111111"/>
                </a:solidFill>
                <a:latin typeface="Google Sans Flex"/>
                <a:ea typeface="Google Sans Flex"/>
                <a:cs typeface="Google Sans Flex"/>
              </a:defRPr>
            </a:lvl9pPr>
          </a:lstStyle>
          <a:p xmlns:a="http://schemas.openxmlformats.org/drawingml/2006/main">
            <a:pPr>
              <a:defRPr sz="1725">
                <a:solidFill>
                  <a:srgbClr val="111111"/>
                </a:solidFill>
                <a:latin typeface="Google Sans Flex"/>
                <a:ea typeface="Google Sans Flex"/>
                <a:cs typeface="Google Sans Flex"/>
              </a:defRPr>
            </a:pPr>
            <a:r>
              <a:rPr sz="1725">
                <a:solidFill>
                  <a:srgbClr val="111111"/>
                </a:solidFill>
                <a:latin typeface="Google Sans Flex"/>
                <a:ea typeface="Google Sans Flex"/>
                <a:cs typeface="Google Sans Flex"/>
              </a:rPr>
              <a:t>A closed complaint alone does not show whether a street was repaired. Namma Civic keeps the report, evidence, official claim and citizen verdict in one public record.</a:t>
            </a:r>
          </a:p>
        </p:txBody>
      </p:sp>
      <p:sp>
        <p:nvSpPr>
          <p:cNvPr id="75" name="separator">
            <a:extLst xmlns:a="http://schemas.openxmlformats.org/drawingml/2006/main">
              <a:ext uri="{FF2B5EF4-FFF2-40B4-BE49-F238E27FC236}">
                <a16:creationId xmlns:a16="http://schemas.microsoft.com/office/drawing/2014/main" id="{69C04DA4-D7B3-44AF-A3EF-5B57C75A7BA6}"/>
              </a:ext>
            </a:extLst>
          </p:cNvPr>
          <p:cNvSpPr>
            <a:spLocks xmlns:a="http://schemas.openxmlformats.org/drawingml/2006/main" noGrp="1"/>
          </p:cNvSpPr>
          <p:nvPr/>
        </p:nvSpPr>
        <p:spPr>
          <a:xfrm xmlns:a="http://schemas.openxmlformats.org/drawingml/2006/main">
            <a:off x="495300" y="3733800"/>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76" name="three-facts">
            <a:extLst xmlns:a="http://schemas.openxmlformats.org/drawingml/2006/main">
              <a:ext uri="{FF2B5EF4-FFF2-40B4-BE49-F238E27FC236}">
                <a16:creationId xmlns:a16="http://schemas.microsoft.com/office/drawing/2014/main" id="{F3AA75A8-FD05-4B3F-94EA-0308299C23E0}"/>
              </a:ext>
            </a:extLst>
          </p:cNvPr>
          <p:cNvSpPr>
            <a:spLocks xmlns:a="http://schemas.openxmlformats.org/drawingml/2006/main" noGrp="1"/>
          </p:cNvSpPr>
          <p:nvPr/>
        </p:nvSpPr>
        <p:spPr>
          <a:xfrm xmlns:a="http://schemas.openxmlformats.org/drawingml/2006/main">
            <a:off x="495300" y="3962400"/>
            <a:ext cx="815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11111"/>
                </a:solidFill>
                <a:latin typeface="Google Sans Flex"/>
                <a:ea typeface="Google Sans Flex"/>
                <a:cs typeface="Google Sans Flex"/>
              </a:defRPr>
            </a:defPPr>
            <a:lvl1pPr>
              <a:defRPr sz="1500" b="1">
                <a:solidFill>
                  <a:srgbClr val="111111"/>
                </a:solidFill>
                <a:latin typeface="Google Sans Flex"/>
                <a:ea typeface="Google Sans Flex"/>
                <a:cs typeface="Google Sans Flex"/>
              </a:defRPr>
            </a:lvl1pPr>
            <a:lvl2pPr>
              <a:defRPr sz="1500" b="1">
                <a:solidFill>
                  <a:srgbClr val="111111"/>
                </a:solidFill>
                <a:latin typeface="Google Sans Flex"/>
                <a:ea typeface="Google Sans Flex"/>
                <a:cs typeface="Google Sans Flex"/>
              </a:defRPr>
            </a:lvl2pPr>
            <a:lvl3pPr>
              <a:defRPr sz="1500" b="1">
                <a:solidFill>
                  <a:srgbClr val="111111"/>
                </a:solidFill>
                <a:latin typeface="Google Sans Flex"/>
                <a:ea typeface="Google Sans Flex"/>
                <a:cs typeface="Google Sans Flex"/>
              </a:defRPr>
            </a:lvl3pPr>
            <a:lvl4pPr>
              <a:defRPr sz="1500" b="1">
                <a:solidFill>
                  <a:srgbClr val="111111"/>
                </a:solidFill>
                <a:latin typeface="Google Sans Flex"/>
                <a:ea typeface="Google Sans Flex"/>
                <a:cs typeface="Google Sans Flex"/>
              </a:defRPr>
            </a:lvl4pPr>
            <a:lvl5pPr>
              <a:defRPr sz="1500" b="1">
                <a:solidFill>
                  <a:srgbClr val="111111"/>
                </a:solidFill>
                <a:latin typeface="Google Sans Flex"/>
                <a:ea typeface="Google Sans Flex"/>
                <a:cs typeface="Google Sans Flex"/>
              </a:defRPr>
            </a:lvl5pPr>
            <a:lvl6pPr>
              <a:defRPr sz="1500" b="1">
                <a:solidFill>
                  <a:srgbClr val="111111"/>
                </a:solidFill>
                <a:latin typeface="Google Sans Flex"/>
                <a:ea typeface="Google Sans Flex"/>
                <a:cs typeface="Google Sans Flex"/>
              </a:defRPr>
            </a:lvl6pPr>
            <a:lvl7pPr>
              <a:defRPr sz="1500" b="1">
                <a:solidFill>
                  <a:srgbClr val="111111"/>
                </a:solidFill>
                <a:latin typeface="Google Sans Flex"/>
                <a:ea typeface="Google Sans Flex"/>
                <a:cs typeface="Google Sans Flex"/>
              </a:defRPr>
            </a:lvl7pPr>
            <a:lvl8pPr>
              <a:defRPr sz="1500" b="1">
                <a:solidFill>
                  <a:srgbClr val="111111"/>
                </a:solidFill>
                <a:latin typeface="Google Sans Flex"/>
                <a:ea typeface="Google Sans Flex"/>
                <a:cs typeface="Google Sans Flex"/>
              </a:defRPr>
            </a:lvl8pPr>
            <a:lvl9pPr>
              <a:defRPr sz="1500" b="1">
                <a:solidFill>
                  <a:srgbClr val="111111"/>
                </a:solidFill>
                <a:latin typeface="Google Sans Flex"/>
                <a:ea typeface="Google Sans Flex"/>
                <a:cs typeface="Google Sans Flex"/>
              </a:defRPr>
            </a:lvl9pPr>
          </a:lstStyle>
          <a:p xmlns:a="http://schemas.openxmlformats.org/drawingml/2006/main">
            <a:pPr>
              <a:defRPr sz="1500" b="1">
                <a:solidFill>
                  <a:srgbClr val="111111"/>
                </a:solidFill>
                <a:latin typeface="Google Sans Flex"/>
                <a:ea typeface="Google Sans Flex"/>
                <a:cs typeface="Google Sans Flex"/>
              </a:defRPr>
            </a:pPr>
            <a:r>
              <a:rPr sz="1500" b="1">
                <a:solidFill>
                  <a:srgbClr val="111111"/>
                </a:solidFill>
                <a:latin typeface="Google Sans Flex"/>
                <a:ea typeface="Google Sans Flex"/>
                <a:cs typeface="Google Sans Flex"/>
              </a:rPr>
              <a:t>Photo + voice reporting     Real ward assignment     Public outcome ledger</a:t>
            </a:r>
          </a:p>
        </p:txBody>
      </p:sp>
      <p:sp>
        <p:nvSpPr>
          <p:cNvPr id="77" name="scope">
            <a:extLst xmlns:a="http://schemas.openxmlformats.org/drawingml/2006/main">
              <a:ext uri="{FF2B5EF4-FFF2-40B4-BE49-F238E27FC236}">
                <a16:creationId xmlns:a16="http://schemas.microsoft.com/office/drawing/2014/main" id="{688C6C5B-E09E-41D2-B393-E26EDB39F0E6}"/>
              </a:ext>
            </a:extLst>
          </p:cNvPr>
          <p:cNvSpPr>
            <a:spLocks xmlns:a="http://schemas.openxmlformats.org/drawingml/2006/main" noGrp="1"/>
          </p:cNvSpPr>
          <p:nvPr/>
        </p:nvSpPr>
        <p:spPr>
          <a:xfrm xmlns:a="http://schemas.openxmlformats.org/drawingml/2006/main">
            <a:off x="495300" y="4476750"/>
            <a:ext cx="815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a:solidFill>
                  <a:srgbClr val="555555"/>
                </a:solidFill>
                <a:latin typeface="Google Sans Flex"/>
                <a:ea typeface="Google Sans Flex"/>
                <a:cs typeface="Google Sans Flex"/>
              </a:defRPr>
            </a:defPPr>
            <a:lvl1pPr>
              <a:defRPr sz="1125">
                <a:solidFill>
                  <a:srgbClr val="555555"/>
                </a:solidFill>
                <a:latin typeface="Google Sans Flex"/>
                <a:ea typeface="Google Sans Flex"/>
                <a:cs typeface="Google Sans Flex"/>
              </a:defRPr>
            </a:lvl1pPr>
            <a:lvl2pPr>
              <a:defRPr sz="1125">
                <a:solidFill>
                  <a:srgbClr val="555555"/>
                </a:solidFill>
                <a:latin typeface="Google Sans Flex"/>
                <a:ea typeface="Google Sans Flex"/>
                <a:cs typeface="Google Sans Flex"/>
              </a:defRPr>
            </a:lvl2pPr>
            <a:lvl3pPr>
              <a:defRPr sz="1125">
                <a:solidFill>
                  <a:srgbClr val="555555"/>
                </a:solidFill>
                <a:latin typeface="Google Sans Flex"/>
                <a:ea typeface="Google Sans Flex"/>
                <a:cs typeface="Google Sans Flex"/>
              </a:defRPr>
            </a:lvl3pPr>
            <a:lvl4pPr>
              <a:defRPr sz="1125">
                <a:solidFill>
                  <a:srgbClr val="555555"/>
                </a:solidFill>
                <a:latin typeface="Google Sans Flex"/>
                <a:ea typeface="Google Sans Flex"/>
                <a:cs typeface="Google Sans Flex"/>
              </a:defRPr>
            </a:lvl4pPr>
            <a:lvl5pPr>
              <a:defRPr sz="1125">
                <a:solidFill>
                  <a:srgbClr val="555555"/>
                </a:solidFill>
                <a:latin typeface="Google Sans Flex"/>
                <a:ea typeface="Google Sans Flex"/>
                <a:cs typeface="Google Sans Flex"/>
              </a:defRPr>
            </a:lvl5pPr>
            <a:lvl6pPr>
              <a:defRPr sz="1125">
                <a:solidFill>
                  <a:srgbClr val="555555"/>
                </a:solidFill>
                <a:latin typeface="Google Sans Flex"/>
                <a:ea typeface="Google Sans Flex"/>
                <a:cs typeface="Google Sans Flex"/>
              </a:defRPr>
            </a:lvl6pPr>
            <a:lvl7pPr>
              <a:defRPr sz="1125">
                <a:solidFill>
                  <a:srgbClr val="555555"/>
                </a:solidFill>
                <a:latin typeface="Google Sans Flex"/>
                <a:ea typeface="Google Sans Flex"/>
                <a:cs typeface="Google Sans Flex"/>
              </a:defRPr>
            </a:lvl7pPr>
            <a:lvl8pPr>
              <a:defRPr sz="1125">
                <a:solidFill>
                  <a:srgbClr val="555555"/>
                </a:solidFill>
                <a:latin typeface="Google Sans Flex"/>
                <a:ea typeface="Google Sans Flex"/>
                <a:cs typeface="Google Sans Flex"/>
              </a:defRPr>
            </a:lvl8pPr>
            <a:lvl9pPr>
              <a:defRPr sz="1125">
                <a:solidFill>
                  <a:srgbClr val="555555"/>
                </a:solidFill>
                <a:latin typeface="Google Sans Flex"/>
                <a:ea typeface="Google Sans Flex"/>
                <a:cs typeface="Google Sans Flex"/>
              </a:defRPr>
            </a:lvl9pPr>
          </a:lstStyle>
          <a:p xmlns:a="http://schemas.openxmlformats.org/drawingml/2006/main">
            <a:pPr>
              <a:defRPr sz="1125">
                <a:solidFill>
                  <a:srgbClr val="555555"/>
                </a:solidFill>
                <a:latin typeface="Google Sans Flex"/>
                <a:ea typeface="Google Sans Flex"/>
                <a:cs typeface="Google Sans Flex"/>
              </a:defRPr>
            </a:pPr>
            <a:r>
              <a:rPr sz="1125">
                <a:solidFill>
                  <a:srgbClr val="555555"/>
                </a:solidFill>
                <a:latin typeface="Google Sans Flex"/>
                <a:ea typeface="Google Sans Flex"/>
                <a:cs typeface="Google Sans Flex"/>
              </a:rPr>
              <a:t>Bengaluru prototype | Independent demonstration; no government endorsement</a:t>
            </a:r>
          </a:p>
        </p:txBody>
      </p:sp>
    </p:spTree>
    <p:extLst>
      <p:ext uri="{BB962C8B-B14F-4D97-AF65-F5344CB8AC3E}">
        <p14:creationId xmlns:p14="http://schemas.microsoft.com/office/powerpoint/2010/main" val="91048716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76" name="Google Shape;76;p16">
            <a:extLst xmlns:a="http://schemas.openxmlformats.org/drawingml/2006/main">
              <a:ext uri="{FF2B5EF4-FFF2-40B4-BE49-F238E27FC236}">
                <a16:creationId xmlns:a16="http://schemas.microsoft.com/office/drawing/2014/main" id="{A1CA04C1-00A3-4FE7-8106-375FD08070A9}"/>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5bc55108620944e9">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77" name="Google Shape;77;p16">
            <a:extLst xmlns:a="http://schemas.openxmlformats.org/drawingml/2006/main">
              <a:ext uri="{FF2B5EF4-FFF2-40B4-BE49-F238E27FC236}">
                <a16:creationId xmlns:a16="http://schemas.microsoft.com/office/drawing/2014/main" id="{95B593D3-C7F9-4A68-833B-B50B82ADE60B}"/>
              </a:ext>
            </a:extLst>
          </p:cNvPr>
          <p:cNvPicPr>
            <a:picLocks xmlns:a="http://schemas.openxmlformats.org/drawingml/2006/main" noChangeAspect="1"/>
          </p:cNvPicPr>
          <p:nvPr/>
        </p:nvPicPr>
        <p:blipFill>
          <a:blip xmlns:r="http://schemas.openxmlformats.org/officeDocument/2006/relationships" xmlns:a="http://schemas.openxmlformats.org/drawingml/2006/main" r:embed="R23316d9bab0b4cad">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8" name="Google Shape;78;p16">
            <a:extLst xmlns:a="http://schemas.openxmlformats.org/drawingml/2006/main">
              <a:ext uri="{FF2B5EF4-FFF2-40B4-BE49-F238E27FC236}">
                <a16:creationId xmlns:a16="http://schemas.microsoft.com/office/drawing/2014/main" id="{EA432C36-F7FC-4F24-968C-030A836CFD08}"/>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9" name="Google Shape;79;p16">
            <a:extLst xmlns:a="http://schemas.openxmlformats.org/drawingml/2006/main">
              <a:ext uri="{FF2B5EF4-FFF2-40B4-BE49-F238E27FC236}">
                <a16:creationId xmlns:a16="http://schemas.microsoft.com/office/drawing/2014/main" id="{F353DCF4-88F0-48E1-A474-1B6585915F24}"/>
              </a:ext>
            </a:extLst>
          </p:cNvPr>
          <p:cNvSpPr>
            <a:spLocks xmlns:a="http://schemas.openxmlformats.org/drawingml/2006/main" noGrp="1"/>
          </p:cNvSpPr>
          <p:nvPr/>
        </p:nvSpPr>
        <p:spPr>
          <a:xfrm xmlns:a="http://schemas.openxmlformats.org/drawingml/2006/main">
            <a:off x="265367" y="663797"/>
            <a:ext cx="8572500"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5250" tIns="95250" rIns="95250" bIns="95250" anchor="t">
            <a:noAutofit/>
          </a:bodyPr>
          <a:lstStyle xmlns:a="http://schemas.openxmlformats.org/drawingml/2006/main">
            <a:defPPr>
              <a:defRPr sz="1600">
                <a:solidFill>
                  <a:srgbClr val="111111"/>
                </a:solidFill>
                <a:latin typeface="Google Sans Flex Medium"/>
                <a:ea typeface="Google Sans Flex Medium"/>
                <a:cs typeface="Google Sans Flex Medium"/>
              </a:defRPr>
            </a:defPPr>
            <a:lvl1pPr>
              <a:defRPr sz="1600">
                <a:solidFill>
                  <a:srgbClr val="111111"/>
                </a:solidFill>
                <a:latin typeface="Google Sans Flex Medium"/>
                <a:ea typeface="Google Sans Flex Medium"/>
                <a:cs typeface="Google Sans Flex Medium"/>
              </a:defRPr>
            </a:lvl1pPr>
            <a:lvl2pPr>
              <a:defRPr sz="1600">
                <a:solidFill>
                  <a:srgbClr val="111111"/>
                </a:solidFill>
                <a:latin typeface="Google Sans Flex Medium"/>
                <a:ea typeface="Google Sans Flex Medium"/>
                <a:cs typeface="Google Sans Flex Medium"/>
              </a:defRPr>
            </a:lvl2pPr>
            <a:lvl3pPr>
              <a:defRPr sz="1600">
                <a:solidFill>
                  <a:srgbClr val="111111"/>
                </a:solidFill>
                <a:latin typeface="Google Sans Flex Medium"/>
                <a:ea typeface="Google Sans Flex Medium"/>
                <a:cs typeface="Google Sans Flex Medium"/>
              </a:defRPr>
            </a:lvl3pPr>
            <a:lvl4pPr>
              <a:defRPr sz="1600">
                <a:solidFill>
                  <a:srgbClr val="111111"/>
                </a:solidFill>
                <a:latin typeface="Google Sans Flex Medium"/>
                <a:ea typeface="Google Sans Flex Medium"/>
                <a:cs typeface="Google Sans Flex Medium"/>
              </a:defRPr>
            </a:lvl4pPr>
            <a:lvl5pPr>
              <a:defRPr sz="1600">
                <a:solidFill>
                  <a:srgbClr val="111111"/>
                </a:solidFill>
                <a:latin typeface="Google Sans Flex Medium"/>
                <a:ea typeface="Google Sans Flex Medium"/>
                <a:cs typeface="Google Sans Flex Medium"/>
              </a:defRPr>
            </a:lvl5pPr>
            <a:lvl6pPr>
              <a:defRPr sz="1600">
                <a:solidFill>
                  <a:srgbClr val="111111"/>
                </a:solidFill>
                <a:latin typeface="Google Sans Flex Medium"/>
                <a:ea typeface="Google Sans Flex Medium"/>
                <a:cs typeface="Google Sans Flex Medium"/>
              </a:defRPr>
            </a:lvl6pPr>
            <a:lvl7pPr>
              <a:defRPr sz="1600">
                <a:solidFill>
                  <a:srgbClr val="111111"/>
                </a:solidFill>
                <a:latin typeface="Google Sans Flex Medium"/>
                <a:ea typeface="Google Sans Flex Medium"/>
                <a:cs typeface="Google Sans Flex Medium"/>
              </a:defRPr>
            </a:lvl7pPr>
            <a:lvl8pPr>
              <a:defRPr sz="1600">
                <a:solidFill>
                  <a:srgbClr val="111111"/>
                </a:solidFill>
                <a:latin typeface="Google Sans Flex Medium"/>
                <a:ea typeface="Google Sans Flex Medium"/>
                <a:cs typeface="Google Sans Flex Medium"/>
              </a:defRPr>
            </a:lvl8pPr>
            <a:lvl9pPr>
              <a:defRPr sz="1600">
                <a:solidFill>
                  <a:srgbClr val="111111"/>
                </a:solidFill>
                <a:latin typeface="Google Sans Flex Medium"/>
                <a:ea typeface="Google Sans Flex Medium"/>
                <a:cs typeface="Google Sans Flex Medium"/>
              </a:defRPr>
            </a:lvl9pPr>
          </a:lstStyle>
          <a:p xmlns:a="http://schemas.openxmlformats.org/drawingml/2006/main">
            <a:pPr marL="0" lvl="0" indent="0" algn="l">
              <a:spcBef>
                <a:spcPts val="0"/>
              </a:spcBef>
              <a:spcAft>
                <a:spcPts val="0"/>
              </a:spcAft>
              <a:buNone/>
              <a:defRPr sz="1600">
                <a:solidFill>
                  <a:srgbClr val="111111"/>
                </a:solidFill>
                <a:latin typeface="Google Sans Flex Medium"/>
                <a:ea typeface="Google Sans Flex Medium"/>
                <a:cs typeface="Google Sans Flex Medium"/>
              </a:defRPr>
            </a:pPr>
            <a:r>
              <a:rPr sz="1600">
                <a:solidFill>
                  <a:srgbClr val="111111"/>
                </a:solidFill>
                <a:latin typeface="Google Sans Flex Medium"/>
                <a:ea typeface="Google Sans Flex Medium"/>
                <a:cs typeface="Google Sans Flex Medium"/>
              </a:rPr>
              <a:t>Opportunities</a:t>
            </a:r>
            <a:endParaRPr sz="1600">
              <a:latin typeface="Google Sans Flex SemiBold"/>
              <a:ea typeface="Google Sans Flex SemiBold"/>
              <a:cs typeface="Google Sans Flex SemiBold"/>
            </a:endParaRPr>
          </a:p>
        </p:txBody>
      </p:sp>
      <p:sp>
        <p:nvSpPr>
          <p:cNvPr id="80" name="op-label-0">
            <a:extLst xmlns:a="http://schemas.openxmlformats.org/drawingml/2006/main">
              <a:ext uri="{FF2B5EF4-FFF2-40B4-BE49-F238E27FC236}">
                <a16:creationId xmlns:a16="http://schemas.microsoft.com/office/drawing/2014/main" id="{90448803-58A6-42EB-BF67-B662CCBB414E}"/>
              </a:ext>
            </a:extLst>
          </p:cNvPr>
          <p:cNvSpPr>
            <a:spLocks xmlns:a="http://schemas.openxmlformats.org/drawingml/2006/main" noGrp="1"/>
          </p:cNvSpPr>
          <p:nvPr/>
        </p:nvSpPr>
        <p:spPr>
          <a:xfrm xmlns:a="http://schemas.openxmlformats.org/drawingml/2006/main">
            <a:off x="495300" y="1438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a:solidFill>
                  <a:srgbClr val="555555"/>
                </a:solidFill>
                <a:latin typeface="Google Sans Flex"/>
                <a:ea typeface="Google Sans Flex"/>
                <a:cs typeface="Google Sans Flex"/>
              </a:defRPr>
            </a:defPPr>
            <a:lvl1pPr>
              <a:defRPr sz="1275">
                <a:solidFill>
                  <a:srgbClr val="555555"/>
                </a:solidFill>
                <a:latin typeface="Google Sans Flex"/>
                <a:ea typeface="Google Sans Flex"/>
                <a:cs typeface="Google Sans Flex"/>
              </a:defRPr>
            </a:lvl1pPr>
            <a:lvl2pPr>
              <a:defRPr sz="1275">
                <a:solidFill>
                  <a:srgbClr val="555555"/>
                </a:solidFill>
                <a:latin typeface="Google Sans Flex"/>
                <a:ea typeface="Google Sans Flex"/>
                <a:cs typeface="Google Sans Flex"/>
              </a:defRPr>
            </a:lvl2pPr>
            <a:lvl3pPr>
              <a:defRPr sz="1275">
                <a:solidFill>
                  <a:srgbClr val="555555"/>
                </a:solidFill>
                <a:latin typeface="Google Sans Flex"/>
                <a:ea typeface="Google Sans Flex"/>
                <a:cs typeface="Google Sans Flex"/>
              </a:defRPr>
            </a:lvl3pPr>
            <a:lvl4pPr>
              <a:defRPr sz="1275">
                <a:solidFill>
                  <a:srgbClr val="555555"/>
                </a:solidFill>
                <a:latin typeface="Google Sans Flex"/>
                <a:ea typeface="Google Sans Flex"/>
                <a:cs typeface="Google Sans Flex"/>
              </a:defRPr>
            </a:lvl4pPr>
            <a:lvl5pPr>
              <a:defRPr sz="1275">
                <a:solidFill>
                  <a:srgbClr val="555555"/>
                </a:solidFill>
                <a:latin typeface="Google Sans Flex"/>
                <a:ea typeface="Google Sans Flex"/>
                <a:cs typeface="Google Sans Flex"/>
              </a:defRPr>
            </a:lvl5pPr>
            <a:lvl6pPr>
              <a:defRPr sz="1275">
                <a:solidFill>
                  <a:srgbClr val="555555"/>
                </a:solidFill>
                <a:latin typeface="Google Sans Flex"/>
                <a:ea typeface="Google Sans Flex"/>
                <a:cs typeface="Google Sans Flex"/>
              </a:defRPr>
            </a:lvl6pPr>
            <a:lvl7pPr>
              <a:defRPr sz="1275">
                <a:solidFill>
                  <a:srgbClr val="555555"/>
                </a:solidFill>
                <a:latin typeface="Google Sans Flex"/>
                <a:ea typeface="Google Sans Flex"/>
                <a:cs typeface="Google Sans Flex"/>
              </a:defRPr>
            </a:lvl7pPr>
            <a:lvl8pPr>
              <a:defRPr sz="1275">
                <a:solidFill>
                  <a:srgbClr val="555555"/>
                </a:solidFill>
                <a:latin typeface="Google Sans Flex"/>
                <a:ea typeface="Google Sans Flex"/>
                <a:cs typeface="Google Sans Flex"/>
              </a:defRPr>
            </a:lvl8pPr>
            <a:lvl9pPr>
              <a:defRPr sz="1275">
                <a:solidFill>
                  <a:srgbClr val="555555"/>
                </a:solidFill>
                <a:latin typeface="Google Sans Flex"/>
                <a:ea typeface="Google Sans Flex"/>
                <a:cs typeface="Google Sans Flex"/>
              </a:defRPr>
            </a:lvl9pPr>
          </a:lstStyle>
          <a:p xmlns:a="http://schemas.openxmlformats.org/drawingml/2006/main">
            <a:pPr>
              <a:defRPr sz="1275">
                <a:solidFill>
                  <a:srgbClr val="555555"/>
                </a:solidFill>
                <a:latin typeface="Google Sans Flex"/>
                <a:ea typeface="Google Sans Flex"/>
                <a:cs typeface="Google Sans Flex"/>
              </a:defRPr>
            </a:pPr>
            <a:r>
              <a:rPr sz="1275">
                <a:solidFill>
                  <a:srgbClr val="555555"/>
                </a:solidFill>
                <a:latin typeface="Google Sans Flex"/>
                <a:ea typeface="Google Sans Flex"/>
                <a:cs typeface="Google Sans Flex"/>
              </a:rPr>
              <a:t>Different by design</a:t>
            </a:r>
          </a:p>
        </p:txBody>
      </p:sp>
      <p:sp>
        <p:nvSpPr>
          <p:cNvPr id="81" name="op-heading-0">
            <a:extLst xmlns:a="http://schemas.openxmlformats.org/drawingml/2006/main">
              <a:ext uri="{FF2B5EF4-FFF2-40B4-BE49-F238E27FC236}">
                <a16:creationId xmlns:a16="http://schemas.microsoft.com/office/drawing/2014/main" id="{226C1707-3569-4B73-A443-3519CCD76CDE}"/>
              </a:ext>
            </a:extLst>
          </p:cNvPr>
          <p:cNvSpPr>
            <a:spLocks xmlns:a="http://schemas.openxmlformats.org/drawingml/2006/main" noGrp="1"/>
          </p:cNvSpPr>
          <p:nvPr/>
        </p:nvSpPr>
        <p:spPr>
          <a:xfrm xmlns:a="http://schemas.openxmlformats.org/drawingml/2006/main">
            <a:off x="495300" y="1885950"/>
            <a:ext cx="24574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Independent evidence review</a:t>
            </a:r>
          </a:p>
        </p:txBody>
      </p:sp>
      <p:sp>
        <p:nvSpPr>
          <p:cNvPr id="82" name="op-body-0">
            <a:extLst xmlns:a="http://schemas.openxmlformats.org/drawingml/2006/main">
              <a:ext uri="{FF2B5EF4-FFF2-40B4-BE49-F238E27FC236}">
                <a16:creationId xmlns:a16="http://schemas.microsoft.com/office/drawing/2014/main" id="{C89C7088-0D44-4EA7-B76D-5475BD8B95DB}"/>
              </a:ext>
            </a:extLst>
          </p:cNvPr>
          <p:cNvSpPr>
            <a:spLocks xmlns:a="http://schemas.openxmlformats.org/drawingml/2006/main" noGrp="1"/>
          </p:cNvSpPr>
          <p:nvPr/>
        </p:nvSpPr>
        <p:spPr>
          <a:xfrm xmlns:a="http://schemas.openxmlformats.org/drawingml/2006/main">
            <a:off x="495300" y="2781300"/>
            <a:ext cx="24574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Officials claim completion. Eligible citizens confirm or dispute it. The ledger preserves the gap.</a:t>
            </a:r>
          </a:p>
        </p:txBody>
      </p:sp>
      <p:sp>
        <p:nvSpPr>
          <p:cNvPr id="83" name="op-label-1">
            <a:extLst xmlns:a="http://schemas.openxmlformats.org/drawingml/2006/main">
              <a:ext uri="{FF2B5EF4-FFF2-40B4-BE49-F238E27FC236}">
                <a16:creationId xmlns:a16="http://schemas.microsoft.com/office/drawing/2014/main" id="{D61A2418-5583-4D0C-9DAA-8678C20E960F}"/>
              </a:ext>
            </a:extLst>
          </p:cNvPr>
          <p:cNvSpPr>
            <a:spLocks xmlns:a="http://schemas.openxmlformats.org/drawingml/2006/main" noGrp="1"/>
          </p:cNvSpPr>
          <p:nvPr/>
        </p:nvSpPr>
        <p:spPr>
          <a:xfrm xmlns:a="http://schemas.openxmlformats.org/drawingml/2006/main">
            <a:off x="3257550" y="1438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a:solidFill>
                  <a:srgbClr val="555555"/>
                </a:solidFill>
                <a:latin typeface="Google Sans Flex"/>
                <a:ea typeface="Google Sans Flex"/>
                <a:cs typeface="Google Sans Flex"/>
              </a:defRPr>
            </a:defPPr>
            <a:lvl1pPr>
              <a:defRPr sz="1275">
                <a:solidFill>
                  <a:srgbClr val="555555"/>
                </a:solidFill>
                <a:latin typeface="Google Sans Flex"/>
                <a:ea typeface="Google Sans Flex"/>
                <a:cs typeface="Google Sans Flex"/>
              </a:defRPr>
            </a:lvl1pPr>
            <a:lvl2pPr>
              <a:defRPr sz="1275">
                <a:solidFill>
                  <a:srgbClr val="555555"/>
                </a:solidFill>
                <a:latin typeface="Google Sans Flex"/>
                <a:ea typeface="Google Sans Flex"/>
                <a:cs typeface="Google Sans Flex"/>
              </a:defRPr>
            </a:lvl2pPr>
            <a:lvl3pPr>
              <a:defRPr sz="1275">
                <a:solidFill>
                  <a:srgbClr val="555555"/>
                </a:solidFill>
                <a:latin typeface="Google Sans Flex"/>
                <a:ea typeface="Google Sans Flex"/>
                <a:cs typeface="Google Sans Flex"/>
              </a:defRPr>
            </a:lvl3pPr>
            <a:lvl4pPr>
              <a:defRPr sz="1275">
                <a:solidFill>
                  <a:srgbClr val="555555"/>
                </a:solidFill>
                <a:latin typeface="Google Sans Flex"/>
                <a:ea typeface="Google Sans Flex"/>
                <a:cs typeface="Google Sans Flex"/>
              </a:defRPr>
            </a:lvl4pPr>
            <a:lvl5pPr>
              <a:defRPr sz="1275">
                <a:solidFill>
                  <a:srgbClr val="555555"/>
                </a:solidFill>
                <a:latin typeface="Google Sans Flex"/>
                <a:ea typeface="Google Sans Flex"/>
                <a:cs typeface="Google Sans Flex"/>
              </a:defRPr>
            </a:lvl5pPr>
            <a:lvl6pPr>
              <a:defRPr sz="1275">
                <a:solidFill>
                  <a:srgbClr val="555555"/>
                </a:solidFill>
                <a:latin typeface="Google Sans Flex"/>
                <a:ea typeface="Google Sans Flex"/>
                <a:cs typeface="Google Sans Flex"/>
              </a:defRPr>
            </a:lvl6pPr>
            <a:lvl7pPr>
              <a:defRPr sz="1275">
                <a:solidFill>
                  <a:srgbClr val="555555"/>
                </a:solidFill>
                <a:latin typeface="Google Sans Flex"/>
                <a:ea typeface="Google Sans Flex"/>
                <a:cs typeface="Google Sans Flex"/>
              </a:defRPr>
            </a:lvl7pPr>
            <a:lvl8pPr>
              <a:defRPr sz="1275">
                <a:solidFill>
                  <a:srgbClr val="555555"/>
                </a:solidFill>
                <a:latin typeface="Google Sans Flex"/>
                <a:ea typeface="Google Sans Flex"/>
                <a:cs typeface="Google Sans Flex"/>
              </a:defRPr>
            </a:lvl8pPr>
            <a:lvl9pPr>
              <a:defRPr sz="1275">
                <a:solidFill>
                  <a:srgbClr val="555555"/>
                </a:solidFill>
                <a:latin typeface="Google Sans Flex"/>
                <a:ea typeface="Google Sans Flex"/>
                <a:cs typeface="Google Sans Flex"/>
              </a:defRPr>
            </a:lvl9pPr>
          </a:lstStyle>
          <a:p xmlns:a="http://schemas.openxmlformats.org/drawingml/2006/main">
            <a:pPr>
              <a:defRPr sz="1275">
                <a:solidFill>
                  <a:srgbClr val="555555"/>
                </a:solidFill>
                <a:latin typeface="Google Sans Flex"/>
                <a:ea typeface="Google Sans Flex"/>
                <a:cs typeface="Google Sans Flex"/>
              </a:defRPr>
            </a:pPr>
            <a:r>
              <a:rPr sz="1275">
                <a:solidFill>
                  <a:srgbClr val="555555"/>
                </a:solidFill>
                <a:latin typeface="Google Sans Flex"/>
                <a:ea typeface="Google Sans Flex"/>
                <a:cs typeface="Google Sans Flex"/>
              </a:rPr>
              <a:t>How it helps</a:t>
            </a:r>
          </a:p>
        </p:txBody>
      </p:sp>
      <p:sp>
        <p:nvSpPr>
          <p:cNvPr id="84" name="op-heading-1">
            <a:extLst xmlns:a="http://schemas.openxmlformats.org/drawingml/2006/main">
              <a:ext uri="{FF2B5EF4-FFF2-40B4-BE49-F238E27FC236}">
                <a16:creationId xmlns:a16="http://schemas.microsoft.com/office/drawing/2014/main" id="{EB8749EF-5112-493B-B329-6939DD716B5E}"/>
              </a:ext>
            </a:extLst>
          </p:cNvPr>
          <p:cNvSpPr>
            <a:spLocks xmlns:a="http://schemas.openxmlformats.org/drawingml/2006/main" noGrp="1"/>
          </p:cNvSpPr>
          <p:nvPr/>
        </p:nvSpPr>
        <p:spPr>
          <a:xfrm xmlns:a="http://schemas.openxmlformats.org/drawingml/2006/main">
            <a:off x="3257550" y="1885950"/>
            <a:ext cx="24574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One issue, one public history</a:t>
            </a:r>
          </a:p>
        </p:txBody>
      </p:sp>
      <p:sp>
        <p:nvSpPr>
          <p:cNvPr id="85" name="op-body-1">
            <a:extLst xmlns:a="http://schemas.openxmlformats.org/drawingml/2006/main">
              <a:ext uri="{FF2B5EF4-FFF2-40B4-BE49-F238E27FC236}">
                <a16:creationId xmlns:a16="http://schemas.microsoft.com/office/drawing/2014/main" id="{0422BF60-AF10-4264-8438-651A77FB26A5}"/>
              </a:ext>
            </a:extLst>
          </p:cNvPr>
          <p:cNvSpPr>
            <a:spLocks xmlns:a="http://schemas.openxmlformats.org/drawingml/2006/main" noGrp="1"/>
          </p:cNvSpPr>
          <p:nvPr/>
        </p:nvSpPr>
        <p:spPr>
          <a:xfrm xmlns:a="http://schemas.openxmlformats.org/drawingml/2006/main">
            <a:off x="3257550" y="2781300"/>
            <a:ext cx="24574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Nearby reports join one canonical issue without deleting original reports. A ward queue makes responsibility visible.</a:t>
            </a:r>
          </a:p>
        </p:txBody>
      </p:sp>
      <p:sp>
        <p:nvSpPr>
          <p:cNvPr id="86" name="op-label-2">
            <a:extLst xmlns:a="http://schemas.openxmlformats.org/drawingml/2006/main">
              <a:ext uri="{FF2B5EF4-FFF2-40B4-BE49-F238E27FC236}">
                <a16:creationId xmlns:a16="http://schemas.microsoft.com/office/drawing/2014/main" id="{F3404CFF-AFF2-4C09-9753-23DB0D9B02EB}"/>
              </a:ext>
            </a:extLst>
          </p:cNvPr>
          <p:cNvSpPr>
            <a:spLocks xmlns:a="http://schemas.openxmlformats.org/drawingml/2006/main" noGrp="1"/>
          </p:cNvSpPr>
          <p:nvPr/>
        </p:nvSpPr>
        <p:spPr>
          <a:xfrm xmlns:a="http://schemas.openxmlformats.org/drawingml/2006/main">
            <a:off x="6019800" y="1438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a:solidFill>
                  <a:srgbClr val="555555"/>
                </a:solidFill>
                <a:latin typeface="Google Sans Flex"/>
                <a:ea typeface="Google Sans Flex"/>
                <a:cs typeface="Google Sans Flex"/>
              </a:defRPr>
            </a:defPPr>
            <a:lvl1pPr>
              <a:defRPr sz="1275">
                <a:solidFill>
                  <a:srgbClr val="555555"/>
                </a:solidFill>
                <a:latin typeface="Google Sans Flex"/>
                <a:ea typeface="Google Sans Flex"/>
                <a:cs typeface="Google Sans Flex"/>
              </a:defRPr>
            </a:lvl1pPr>
            <a:lvl2pPr>
              <a:defRPr sz="1275">
                <a:solidFill>
                  <a:srgbClr val="555555"/>
                </a:solidFill>
                <a:latin typeface="Google Sans Flex"/>
                <a:ea typeface="Google Sans Flex"/>
                <a:cs typeface="Google Sans Flex"/>
              </a:defRPr>
            </a:lvl2pPr>
            <a:lvl3pPr>
              <a:defRPr sz="1275">
                <a:solidFill>
                  <a:srgbClr val="555555"/>
                </a:solidFill>
                <a:latin typeface="Google Sans Flex"/>
                <a:ea typeface="Google Sans Flex"/>
                <a:cs typeface="Google Sans Flex"/>
              </a:defRPr>
            </a:lvl3pPr>
            <a:lvl4pPr>
              <a:defRPr sz="1275">
                <a:solidFill>
                  <a:srgbClr val="555555"/>
                </a:solidFill>
                <a:latin typeface="Google Sans Flex"/>
                <a:ea typeface="Google Sans Flex"/>
                <a:cs typeface="Google Sans Flex"/>
              </a:defRPr>
            </a:lvl4pPr>
            <a:lvl5pPr>
              <a:defRPr sz="1275">
                <a:solidFill>
                  <a:srgbClr val="555555"/>
                </a:solidFill>
                <a:latin typeface="Google Sans Flex"/>
                <a:ea typeface="Google Sans Flex"/>
                <a:cs typeface="Google Sans Flex"/>
              </a:defRPr>
            </a:lvl5pPr>
            <a:lvl6pPr>
              <a:defRPr sz="1275">
                <a:solidFill>
                  <a:srgbClr val="555555"/>
                </a:solidFill>
                <a:latin typeface="Google Sans Flex"/>
                <a:ea typeface="Google Sans Flex"/>
                <a:cs typeface="Google Sans Flex"/>
              </a:defRPr>
            </a:lvl6pPr>
            <a:lvl7pPr>
              <a:defRPr sz="1275">
                <a:solidFill>
                  <a:srgbClr val="555555"/>
                </a:solidFill>
                <a:latin typeface="Google Sans Flex"/>
                <a:ea typeface="Google Sans Flex"/>
                <a:cs typeface="Google Sans Flex"/>
              </a:defRPr>
            </a:lvl7pPr>
            <a:lvl8pPr>
              <a:defRPr sz="1275">
                <a:solidFill>
                  <a:srgbClr val="555555"/>
                </a:solidFill>
                <a:latin typeface="Google Sans Flex"/>
                <a:ea typeface="Google Sans Flex"/>
                <a:cs typeface="Google Sans Flex"/>
              </a:defRPr>
            </a:lvl8pPr>
            <a:lvl9pPr>
              <a:defRPr sz="1275">
                <a:solidFill>
                  <a:srgbClr val="555555"/>
                </a:solidFill>
                <a:latin typeface="Google Sans Flex"/>
                <a:ea typeface="Google Sans Flex"/>
                <a:cs typeface="Google Sans Flex"/>
              </a:defRPr>
            </a:lvl9pPr>
          </a:lstStyle>
          <a:p xmlns:a="http://schemas.openxmlformats.org/drawingml/2006/main">
            <a:pPr>
              <a:defRPr sz="1275">
                <a:solidFill>
                  <a:srgbClr val="555555"/>
                </a:solidFill>
                <a:latin typeface="Google Sans Flex"/>
                <a:ea typeface="Google Sans Flex"/>
                <a:cs typeface="Google Sans Flex"/>
              </a:defRPr>
            </a:pPr>
            <a:r>
              <a:rPr sz="1275">
                <a:solidFill>
                  <a:srgbClr val="555555"/>
                </a:solidFill>
                <a:latin typeface="Google Sans Flex"/>
                <a:ea typeface="Google Sans Flex"/>
                <a:cs typeface="Google Sans Flex"/>
              </a:rPr>
              <a:t>Proposed USP</a:t>
            </a:r>
          </a:p>
        </p:txBody>
      </p:sp>
      <p:sp>
        <p:nvSpPr>
          <p:cNvPr id="87" name="op-heading-2">
            <a:extLst xmlns:a="http://schemas.openxmlformats.org/drawingml/2006/main">
              <a:ext uri="{FF2B5EF4-FFF2-40B4-BE49-F238E27FC236}">
                <a16:creationId xmlns:a16="http://schemas.microsoft.com/office/drawing/2014/main" id="{42B86143-D601-4B61-AC30-9B3DFDACA8EE}"/>
              </a:ext>
            </a:extLst>
          </p:cNvPr>
          <p:cNvSpPr>
            <a:spLocks xmlns:a="http://schemas.openxmlformats.org/drawingml/2006/main" noGrp="1"/>
          </p:cNvSpPr>
          <p:nvPr/>
        </p:nvSpPr>
        <p:spPr>
          <a:xfrm xmlns:a="http://schemas.openxmlformats.org/drawingml/2006/main">
            <a:off x="6019800" y="1885950"/>
            <a:ext cx="24574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Bounded AI, auditable rules</a:t>
            </a:r>
          </a:p>
        </p:txBody>
      </p:sp>
      <p:sp>
        <p:nvSpPr>
          <p:cNvPr id="88" name="op-body-2">
            <a:extLst xmlns:a="http://schemas.openxmlformats.org/drawingml/2006/main">
              <a:ext uri="{FF2B5EF4-FFF2-40B4-BE49-F238E27FC236}">
                <a16:creationId xmlns:a16="http://schemas.microsoft.com/office/drawing/2014/main" id="{F10978A8-02E3-4FBD-99B2-18ED5FE41135}"/>
              </a:ext>
            </a:extLst>
          </p:cNvPr>
          <p:cNvSpPr>
            <a:spLocks xmlns:a="http://schemas.openxmlformats.org/drawingml/2006/main" noGrp="1"/>
          </p:cNvSpPr>
          <p:nvPr/>
        </p:nvSpPr>
        <p:spPr>
          <a:xfrm xmlns:a="http://schemas.openxmlformats.org/drawingml/2006/main">
            <a:off x="6019800" y="2781300"/>
            <a:ext cx="24574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Gemini observes and drafts. Code owns routing, priority, deadlines, transitions, quorum and every published metric.</a:t>
            </a:r>
          </a:p>
        </p:txBody>
      </p:sp>
    </p:spTree>
    <p:extLst>
      <p:ext uri="{BB962C8B-B14F-4D97-AF65-F5344CB8AC3E}">
        <p14:creationId xmlns:p14="http://schemas.microsoft.com/office/powerpoint/2010/main" val="201945472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84" name="Google Shape;84;p17">
            <a:extLst xmlns:a="http://schemas.openxmlformats.org/drawingml/2006/main">
              <a:ext uri="{FF2B5EF4-FFF2-40B4-BE49-F238E27FC236}">
                <a16:creationId xmlns:a16="http://schemas.microsoft.com/office/drawing/2014/main" id="{1422B55A-CE70-4F81-94BE-3B29FA99361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540817c5ec594ec3">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85" name="Google Shape;85;p17">
            <a:extLst xmlns:a="http://schemas.openxmlformats.org/drawingml/2006/main">
              <a:ext uri="{FF2B5EF4-FFF2-40B4-BE49-F238E27FC236}">
                <a16:creationId xmlns:a16="http://schemas.microsoft.com/office/drawing/2014/main" id="{6A7EACFB-2ABA-4769-9F7D-AAEBAB48105C}"/>
              </a:ext>
            </a:extLst>
          </p:cNvPr>
          <p:cNvPicPr>
            <a:picLocks xmlns:a="http://schemas.openxmlformats.org/drawingml/2006/main" noChangeAspect="1"/>
          </p:cNvPicPr>
          <p:nvPr/>
        </p:nvPicPr>
        <p:blipFill>
          <a:blip xmlns:r="http://schemas.openxmlformats.org/officeDocument/2006/relationships" xmlns:a="http://schemas.openxmlformats.org/drawingml/2006/main" r:embed="Ra7c0d210ab024415">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86" name="Google Shape;86;p17">
            <a:extLst xmlns:a="http://schemas.openxmlformats.org/drawingml/2006/main">
              <a:ext uri="{FF2B5EF4-FFF2-40B4-BE49-F238E27FC236}">
                <a16:creationId xmlns:a16="http://schemas.microsoft.com/office/drawing/2014/main" id="{ECDD57C6-6060-48F5-8B30-77299261F98B}"/>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7" name="Google Shape;87;p17">
            <a:extLst xmlns:a="http://schemas.openxmlformats.org/drawingml/2006/main">
              <a:ext uri="{FF2B5EF4-FFF2-40B4-BE49-F238E27FC236}">
                <a16:creationId xmlns:a16="http://schemas.microsoft.com/office/drawing/2014/main" id="{0D151BA9-0B94-4520-A257-501230719DA2}"/>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List of features offered by the solution</a:t>
            </a:r>
            <a:endParaRPr sz="1600">
              <a:latin typeface="Google Sans Flex Medium"/>
              <a:ea typeface="Google Sans Flex Medium"/>
              <a:cs typeface="Google Sans Flex Medium"/>
            </a:endParaRPr>
          </a:p>
        </p:txBody>
      </p:sp>
      <p:sp>
        <p:nvSpPr>
          <p:cNvPr id="88" name="feature-0">
            <a:extLst xmlns:a="http://schemas.openxmlformats.org/drawingml/2006/main">
              <a:ext uri="{FF2B5EF4-FFF2-40B4-BE49-F238E27FC236}">
                <a16:creationId xmlns:a16="http://schemas.microsoft.com/office/drawing/2014/main" id="{D5728C74-BBF4-4DFC-9D2B-183913BFC4E8}"/>
              </a:ext>
            </a:extLst>
          </p:cNvPr>
          <p:cNvSpPr>
            <a:spLocks xmlns:a="http://schemas.openxmlformats.org/drawingml/2006/main" noGrp="1"/>
          </p:cNvSpPr>
          <p:nvPr/>
        </p:nvSpPr>
        <p:spPr>
          <a:xfrm xmlns:a="http://schemas.openxmlformats.org/drawingml/2006/main">
            <a:off x="495300" y="1419225"/>
            <a:ext cx="3790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Report copilot</a:t>
            </a:r>
          </a:p>
        </p:txBody>
      </p:sp>
      <p:sp>
        <p:nvSpPr>
          <p:cNvPr id="89" name="feature-body-0">
            <a:extLst xmlns:a="http://schemas.openxmlformats.org/drawingml/2006/main">
              <a:ext uri="{FF2B5EF4-FFF2-40B4-BE49-F238E27FC236}">
                <a16:creationId xmlns:a16="http://schemas.microsoft.com/office/drawing/2014/main" id="{FC4733B9-42E0-4C57-B96A-E73EEDB5A00B}"/>
              </a:ext>
            </a:extLst>
          </p:cNvPr>
          <p:cNvSpPr>
            <a:spLocks xmlns:a="http://schemas.openxmlformats.org/drawingml/2006/main" noGrp="1"/>
          </p:cNvSpPr>
          <p:nvPr/>
        </p:nvSpPr>
        <p:spPr>
          <a:xfrm xmlns:a="http://schemas.openxmlformats.org/drawingml/2006/main">
            <a:off x="495300" y="180022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Photo, voice or text; citizen confirms the draft.</a:t>
            </a:r>
          </a:p>
        </p:txBody>
      </p:sp>
      <p:sp>
        <p:nvSpPr>
          <p:cNvPr id="90" name="feature-1">
            <a:extLst xmlns:a="http://schemas.openxmlformats.org/drawingml/2006/main">
              <a:ext uri="{FF2B5EF4-FFF2-40B4-BE49-F238E27FC236}">
                <a16:creationId xmlns:a16="http://schemas.microsoft.com/office/drawing/2014/main" id="{7694A19B-0127-419F-975E-9F736E1EC5FA}"/>
              </a:ext>
            </a:extLst>
          </p:cNvPr>
          <p:cNvSpPr>
            <a:spLocks xmlns:a="http://schemas.openxmlformats.org/drawingml/2006/main" noGrp="1"/>
          </p:cNvSpPr>
          <p:nvPr/>
        </p:nvSpPr>
        <p:spPr>
          <a:xfrm xmlns:a="http://schemas.openxmlformats.org/drawingml/2006/main">
            <a:off x="4762500" y="1419225"/>
            <a:ext cx="3790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Ward routing + duplicate review</a:t>
            </a:r>
          </a:p>
        </p:txBody>
      </p:sp>
      <p:sp>
        <p:nvSpPr>
          <p:cNvPr id="91" name="feature-body-1">
            <a:extLst xmlns:a="http://schemas.openxmlformats.org/drawingml/2006/main">
              <a:ext uri="{FF2B5EF4-FFF2-40B4-BE49-F238E27FC236}">
                <a16:creationId xmlns:a16="http://schemas.microsoft.com/office/drawing/2014/main" id="{65937D94-F1AB-406C-B084-25734CAAAC95}"/>
              </a:ext>
            </a:extLst>
          </p:cNvPr>
          <p:cNvSpPr>
            <a:spLocks xmlns:a="http://schemas.openxmlformats.org/drawingml/2006/main" noGrp="1"/>
          </p:cNvSpPr>
          <p:nvPr/>
        </p:nvSpPr>
        <p:spPr>
          <a:xfrm xmlns:a="http://schemas.openxmlformats.org/drawingml/2006/main">
            <a:off x="4762500" y="180022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Real polygons and distance checks before AI comparison.</a:t>
            </a:r>
          </a:p>
        </p:txBody>
      </p:sp>
      <p:sp>
        <p:nvSpPr>
          <p:cNvPr id="92" name="feature-2">
            <a:extLst xmlns:a="http://schemas.openxmlformats.org/drawingml/2006/main">
              <a:ext uri="{FF2B5EF4-FFF2-40B4-BE49-F238E27FC236}">
                <a16:creationId xmlns:a16="http://schemas.microsoft.com/office/drawing/2014/main" id="{68A761E1-832E-4CD1-912A-72BDA4B9D70D}"/>
              </a:ext>
            </a:extLst>
          </p:cNvPr>
          <p:cNvSpPr>
            <a:spLocks xmlns:a="http://schemas.openxmlformats.org/drawingml/2006/main" noGrp="1"/>
          </p:cNvSpPr>
          <p:nvPr/>
        </p:nvSpPr>
        <p:spPr>
          <a:xfrm xmlns:a="http://schemas.openxmlformats.org/drawingml/2006/main">
            <a:off x="495300" y="2466975"/>
            <a:ext cx="3790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Live civic record</a:t>
            </a:r>
          </a:p>
        </p:txBody>
      </p:sp>
      <p:sp>
        <p:nvSpPr>
          <p:cNvPr id="93" name="feature-body-2">
            <a:extLst xmlns:a="http://schemas.openxmlformats.org/drawingml/2006/main">
              <a:ext uri="{FF2B5EF4-FFF2-40B4-BE49-F238E27FC236}">
                <a16:creationId xmlns:a16="http://schemas.microsoft.com/office/drawing/2014/main" id="{249DF411-6FCF-4047-9A67-402A78CAB618}"/>
              </a:ext>
            </a:extLst>
          </p:cNvPr>
          <p:cNvSpPr>
            <a:spLocks xmlns:a="http://schemas.openxmlformats.org/drawingml/2006/main" noGrp="1"/>
          </p:cNvSpPr>
          <p:nvPr/>
        </p:nvSpPr>
        <p:spPr>
          <a:xfrm xmlns:a="http://schemas.openxmlformats.org/drawingml/2006/main">
            <a:off x="495300" y="284797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Map, timeline, evidence, support, follow and Issue Pass.</a:t>
            </a:r>
          </a:p>
        </p:txBody>
      </p:sp>
      <p:sp>
        <p:nvSpPr>
          <p:cNvPr id="94" name="feature-3">
            <a:extLst xmlns:a="http://schemas.openxmlformats.org/drawingml/2006/main">
              <a:ext uri="{FF2B5EF4-FFF2-40B4-BE49-F238E27FC236}">
                <a16:creationId xmlns:a16="http://schemas.microsoft.com/office/drawing/2014/main" id="{C56AA7B1-E9BF-4AF6-B52B-0ACE950A4217}"/>
              </a:ext>
            </a:extLst>
          </p:cNvPr>
          <p:cNvSpPr>
            <a:spLocks xmlns:a="http://schemas.openxmlformats.org/drawingml/2006/main" noGrp="1"/>
          </p:cNvSpPr>
          <p:nvPr/>
        </p:nvSpPr>
        <p:spPr>
          <a:xfrm xmlns:a="http://schemas.openxmlformats.org/drawingml/2006/main">
            <a:off x="4762500" y="2466975"/>
            <a:ext cx="3790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Officer workflow</a:t>
            </a:r>
          </a:p>
        </p:txBody>
      </p:sp>
      <p:sp>
        <p:nvSpPr>
          <p:cNvPr id="95" name="feature-body-3">
            <a:extLst xmlns:a="http://schemas.openxmlformats.org/drawingml/2006/main">
              <a:ext uri="{FF2B5EF4-FFF2-40B4-BE49-F238E27FC236}">
                <a16:creationId xmlns:a16="http://schemas.microsoft.com/office/drawing/2014/main" id="{DEB06E65-8343-4F9F-8AD4-E8BDD7F20BF0}"/>
              </a:ext>
            </a:extLst>
          </p:cNvPr>
          <p:cNvSpPr>
            <a:spLocks xmlns:a="http://schemas.openxmlformats.org/drawingml/2006/main" noGrp="1"/>
          </p:cNvSpPr>
          <p:nvPr/>
        </p:nvSpPr>
        <p:spPr>
          <a:xfrm xmlns:a="http://schemas.openxmlformats.org/drawingml/2006/main">
            <a:off x="4762500" y="284797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Acknowledge, start work, upload resolution evidence.</a:t>
            </a:r>
          </a:p>
        </p:txBody>
      </p:sp>
      <p:sp>
        <p:nvSpPr>
          <p:cNvPr id="96" name="feature-4">
            <a:extLst xmlns:a="http://schemas.openxmlformats.org/drawingml/2006/main">
              <a:ext uri="{FF2B5EF4-FFF2-40B4-BE49-F238E27FC236}">
                <a16:creationId xmlns:a16="http://schemas.microsoft.com/office/drawing/2014/main" id="{15F7217A-27AA-4376-819B-3E5EE2508941}"/>
              </a:ext>
            </a:extLst>
          </p:cNvPr>
          <p:cNvSpPr>
            <a:spLocks xmlns:a="http://schemas.openxmlformats.org/drawingml/2006/main" noGrp="1"/>
          </p:cNvSpPr>
          <p:nvPr/>
        </p:nvSpPr>
        <p:spPr>
          <a:xfrm xmlns:a="http://schemas.openxmlformats.org/drawingml/2006/main">
            <a:off x="495300" y="3514725"/>
            <a:ext cx="3790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Citizen verification</a:t>
            </a:r>
          </a:p>
        </p:txBody>
      </p:sp>
      <p:sp>
        <p:nvSpPr>
          <p:cNvPr id="97" name="feature-body-4">
            <a:extLst xmlns:a="http://schemas.openxmlformats.org/drawingml/2006/main">
              <a:ext uri="{FF2B5EF4-FFF2-40B4-BE49-F238E27FC236}">
                <a16:creationId xmlns:a16="http://schemas.microsoft.com/office/drawing/2014/main" id="{B4C3D4FD-0C90-4C04-90B2-DD563E6AE631}"/>
              </a:ext>
            </a:extLst>
          </p:cNvPr>
          <p:cNvSpPr>
            <a:spLocks xmlns:a="http://schemas.openxmlformats.org/drawingml/2006/main" noGrp="1"/>
          </p:cNvSpPr>
          <p:nvPr/>
        </p:nvSpPr>
        <p:spPr>
          <a:xfrm xmlns:a="http://schemas.openxmlformats.org/drawingml/2006/main">
            <a:off x="495300" y="389572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Eligible votes confirm the fix or reopen the issue.</a:t>
            </a:r>
          </a:p>
        </p:txBody>
      </p:sp>
      <p:sp>
        <p:nvSpPr>
          <p:cNvPr id="98" name="feature-5">
            <a:extLst xmlns:a="http://schemas.openxmlformats.org/drawingml/2006/main">
              <a:ext uri="{FF2B5EF4-FFF2-40B4-BE49-F238E27FC236}">
                <a16:creationId xmlns:a16="http://schemas.microsoft.com/office/drawing/2014/main" id="{FAB71CAA-498F-41D2-8316-F04F5139811F}"/>
              </a:ext>
            </a:extLst>
          </p:cNvPr>
          <p:cNvSpPr>
            <a:spLocks xmlns:a="http://schemas.openxmlformats.org/drawingml/2006/main" noGrp="1"/>
          </p:cNvSpPr>
          <p:nvPr/>
        </p:nvSpPr>
        <p:spPr>
          <a:xfrm xmlns:a="http://schemas.openxmlformats.org/drawingml/2006/main">
            <a:off x="4762500" y="3514725"/>
            <a:ext cx="3790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Outcome ledger</a:t>
            </a:r>
          </a:p>
        </p:txBody>
      </p:sp>
      <p:sp>
        <p:nvSpPr>
          <p:cNvPr id="99" name="feature-body-5">
            <a:extLst xmlns:a="http://schemas.openxmlformats.org/drawingml/2006/main">
              <a:ext uri="{FF2B5EF4-FFF2-40B4-BE49-F238E27FC236}">
                <a16:creationId xmlns:a16="http://schemas.microsoft.com/office/drawing/2014/main" id="{AFC9E2B7-97A4-4F97-8FA3-7C7E5CB75288}"/>
              </a:ext>
            </a:extLst>
          </p:cNvPr>
          <p:cNvSpPr>
            <a:spLocks xmlns:a="http://schemas.openxmlformats.org/drawingml/2006/main" noGrp="1"/>
          </p:cNvSpPr>
          <p:nvPr/>
        </p:nvSpPr>
        <p:spPr>
          <a:xfrm xmlns:a="http://schemas.openxmlformats.org/drawingml/2006/main">
            <a:off x="4762500" y="389572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Claimed versus verified, SLA and reopen metrics with definitions.</a:t>
            </a:r>
          </a:p>
        </p:txBody>
      </p:sp>
      <p:sp>
        <p:nvSpPr>
          <p:cNvPr id="100" name="readiness">
            <a:extLst xmlns:a="http://schemas.openxmlformats.org/drawingml/2006/main">
              <a:ext uri="{FF2B5EF4-FFF2-40B4-BE49-F238E27FC236}">
                <a16:creationId xmlns:a16="http://schemas.microsoft.com/office/drawing/2014/main" id="{A8325637-6A26-463D-ACFC-03CD022E09F0}"/>
              </a:ext>
            </a:extLst>
          </p:cNvPr>
          <p:cNvSpPr>
            <a:spLocks xmlns:a="http://schemas.openxmlformats.org/drawingml/2006/main" noGrp="1"/>
          </p:cNvSpPr>
          <p:nvPr/>
        </p:nvSpPr>
        <p:spPr>
          <a:xfrm xmlns:a="http://schemas.openxmlformats.org/drawingml/2006/main">
            <a:off x="495300" y="4562475"/>
            <a:ext cx="815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38">
                <a:solidFill>
                  <a:srgbClr val="555555"/>
                </a:solidFill>
                <a:latin typeface="Google Sans Flex"/>
                <a:ea typeface="Google Sans Flex"/>
                <a:cs typeface="Google Sans Flex"/>
              </a:defRPr>
            </a:defPPr>
            <a:lvl1pPr>
              <a:defRPr sz="938">
                <a:solidFill>
                  <a:srgbClr val="555555"/>
                </a:solidFill>
                <a:latin typeface="Google Sans Flex"/>
                <a:ea typeface="Google Sans Flex"/>
                <a:cs typeface="Google Sans Flex"/>
              </a:defRPr>
            </a:lvl1pPr>
            <a:lvl2pPr>
              <a:defRPr sz="938">
                <a:solidFill>
                  <a:srgbClr val="555555"/>
                </a:solidFill>
                <a:latin typeface="Google Sans Flex"/>
                <a:ea typeface="Google Sans Flex"/>
                <a:cs typeface="Google Sans Flex"/>
              </a:defRPr>
            </a:lvl2pPr>
            <a:lvl3pPr>
              <a:defRPr sz="938">
                <a:solidFill>
                  <a:srgbClr val="555555"/>
                </a:solidFill>
                <a:latin typeface="Google Sans Flex"/>
                <a:ea typeface="Google Sans Flex"/>
                <a:cs typeface="Google Sans Flex"/>
              </a:defRPr>
            </a:lvl3pPr>
            <a:lvl4pPr>
              <a:defRPr sz="938">
                <a:solidFill>
                  <a:srgbClr val="555555"/>
                </a:solidFill>
                <a:latin typeface="Google Sans Flex"/>
                <a:ea typeface="Google Sans Flex"/>
                <a:cs typeface="Google Sans Flex"/>
              </a:defRPr>
            </a:lvl4pPr>
            <a:lvl5pPr>
              <a:defRPr sz="938">
                <a:solidFill>
                  <a:srgbClr val="555555"/>
                </a:solidFill>
                <a:latin typeface="Google Sans Flex"/>
                <a:ea typeface="Google Sans Flex"/>
                <a:cs typeface="Google Sans Flex"/>
              </a:defRPr>
            </a:lvl5pPr>
            <a:lvl6pPr>
              <a:defRPr sz="938">
                <a:solidFill>
                  <a:srgbClr val="555555"/>
                </a:solidFill>
                <a:latin typeface="Google Sans Flex"/>
                <a:ea typeface="Google Sans Flex"/>
                <a:cs typeface="Google Sans Flex"/>
              </a:defRPr>
            </a:lvl6pPr>
            <a:lvl7pPr>
              <a:defRPr sz="938">
                <a:solidFill>
                  <a:srgbClr val="555555"/>
                </a:solidFill>
                <a:latin typeface="Google Sans Flex"/>
                <a:ea typeface="Google Sans Flex"/>
                <a:cs typeface="Google Sans Flex"/>
              </a:defRPr>
            </a:lvl7pPr>
            <a:lvl8pPr>
              <a:defRPr sz="938">
                <a:solidFill>
                  <a:srgbClr val="555555"/>
                </a:solidFill>
                <a:latin typeface="Google Sans Flex"/>
                <a:ea typeface="Google Sans Flex"/>
                <a:cs typeface="Google Sans Flex"/>
              </a:defRPr>
            </a:lvl8pPr>
            <a:lvl9pPr>
              <a:defRPr sz="938">
                <a:solidFill>
                  <a:srgbClr val="555555"/>
                </a:solidFill>
                <a:latin typeface="Google Sans Flex"/>
                <a:ea typeface="Google Sans Flex"/>
                <a:cs typeface="Google Sans Flex"/>
              </a:defRPr>
            </a:lvl9pPr>
          </a:lstStyle>
          <a:p xmlns:a="http://schemas.openxmlformats.org/drawingml/2006/main">
            <a:pPr>
              <a:defRPr sz="938">
                <a:solidFill>
                  <a:srgbClr val="555555"/>
                </a:solidFill>
                <a:latin typeface="Google Sans Flex"/>
                <a:ea typeface="Google Sans Flex"/>
                <a:cs typeface="Google Sans Flex"/>
              </a:defRPr>
            </a:pPr>
            <a:r>
              <a:rPr sz="938">
                <a:solidFill>
                  <a:srgbClr val="555555"/>
                </a:solidFill>
                <a:latin typeface="Google Sans Flex"/>
                <a:ea typeface="Google Sans Flex"/>
                <a:cs typeface="Google Sans Flex"/>
              </a:rPr>
              <a:t>Public Vercel device-only demonstration is accessible.</a:t>
            </a:r>
          </a:p>
          <a:p xmlns:a="http://schemas.openxmlformats.org/drawingml/2006/main">
            <a:pPr>
              <a:defRPr sz="938">
                <a:solidFill>
                  <a:srgbClr val="555555"/>
                </a:solidFill>
                <a:latin typeface="Google Sans Flex"/>
                <a:ea typeface="Google Sans Flex"/>
                <a:cs typeface="Google Sans Flex"/>
              </a:defRPr>
            </a:pPr>
            <a:r>
              <a:rPr sz="938">
                <a:solidFill>
                  <a:srgbClr val="555555"/>
                </a:solidFill>
                <a:latin typeface="Google Sans Flex"/>
                <a:ea typeface="Google Sans Flex"/>
                <a:cs typeface="Google Sans Flex"/>
              </a:rPr>
              <a:t>Connected source is implemented; live Google Cloud integration remains unverified.</a:t>
            </a:r>
          </a:p>
        </p:txBody>
      </p:sp>
    </p:spTree>
    <p:extLst>
      <p:ext uri="{BB962C8B-B14F-4D97-AF65-F5344CB8AC3E}">
        <p14:creationId xmlns:p14="http://schemas.microsoft.com/office/powerpoint/2010/main" val="154684649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92" name="Google Shape;92;p18">
            <a:extLst xmlns:a="http://schemas.openxmlformats.org/drawingml/2006/main">
              <a:ext uri="{FF2B5EF4-FFF2-40B4-BE49-F238E27FC236}">
                <a16:creationId xmlns:a16="http://schemas.microsoft.com/office/drawing/2014/main" id="{CF80D4FB-079D-42F2-8152-B16840ACE25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bb871fbc7bc43b9">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93" name="Google Shape;93;p18">
            <a:extLst xmlns:a="http://schemas.openxmlformats.org/drawingml/2006/main">
              <a:ext uri="{FF2B5EF4-FFF2-40B4-BE49-F238E27FC236}">
                <a16:creationId xmlns:a16="http://schemas.microsoft.com/office/drawing/2014/main" id="{35D032E7-EC33-4099-A2CC-F0B8C35EECFB}"/>
              </a:ext>
            </a:extLst>
          </p:cNvPr>
          <p:cNvPicPr>
            <a:picLocks xmlns:a="http://schemas.openxmlformats.org/drawingml/2006/main" noChangeAspect="1"/>
          </p:cNvPicPr>
          <p:nvPr/>
        </p:nvPicPr>
        <p:blipFill>
          <a:blip xmlns:r="http://schemas.openxmlformats.org/officeDocument/2006/relationships" xmlns:a="http://schemas.openxmlformats.org/drawingml/2006/main" r:embed="Ra1e145442d5c454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94" name="Google Shape;94;p18">
            <a:extLst xmlns:a="http://schemas.openxmlformats.org/drawingml/2006/main">
              <a:ext uri="{FF2B5EF4-FFF2-40B4-BE49-F238E27FC236}">
                <a16:creationId xmlns:a16="http://schemas.microsoft.com/office/drawing/2014/main" id="{9395FE70-1C8B-4885-B8C3-3F4A9E4DEAFC}"/>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95" name="Google Shape;95;p18">
            <a:extLst xmlns:a="http://schemas.openxmlformats.org/drawingml/2006/main">
              <a:ext uri="{FF2B5EF4-FFF2-40B4-BE49-F238E27FC236}">
                <a16:creationId xmlns:a16="http://schemas.microsoft.com/office/drawing/2014/main" id="{BEAC9B32-8571-4E72-AB58-E4E830988647}"/>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Process flow diagram or Use-case diagram</a:t>
            </a:r>
            <a:endParaRPr sz="1600">
              <a:latin typeface="Google Sans Flex Medium"/>
              <a:ea typeface="Google Sans Flex Medium"/>
              <a:cs typeface="Google Sans Flex Medium"/>
            </a:endParaRPr>
          </a:p>
        </p:txBody>
      </p:sp>
      <p:sp>
        <p:nvSpPr>
          <p:cNvPr id="96" name="step-0">
            <a:extLst xmlns:a="http://schemas.openxmlformats.org/drawingml/2006/main">
              <a:ext uri="{FF2B5EF4-FFF2-40B4-BE49-F238E27FC236}">
                <a16:creationId xmlns:a16="http://schemas.microsoft.com/office/drawing/2014/main" id="{CF203001-5EF8-4DC7-8515-22380C39E4C4}"/>
              </a:ext>
            </a:extLst>
          </p:cNvPr>
          <p:cNvSpPr>
            <a:spLocks xmlns:a="http://schemas.openxmlformats.org/drawingml/2006/main" noGrp="1"/>
          </p:cNvSpPr>
          <p:nvPr/>
        </p:nvSpPr>
        <p:spPr>
          <a:xfrm xmlns:a="http://schemas.openxmlformats.org/drawingml/2006/main">
            <a:off x="495300" y="1657350"/>
            <a:ext cx="144780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97" name="step-head-0">
            <a:extLst xmlns:a="http://schemas.openxmlformats.org/drawingml/2006/main">
              <a:ext uri="{FF2B5EF4-FFF2-40B4-BE49-F238E27FC236}">
                <a16:creationId xmlns:a16="http://schemas.microsoft.com/office/drawing/2014/main" id="{B90D9D28-BA14-44D5-BC2D-A96A57DEBA54}"/>
              </a:ext>
            </a:extLst>
          </p:cNvPr>
          <p:cNvSpPr>
            <a:spLocks xmlns:a="http://schemas.openxmlformats.org/drawingml/2006/main" noGrp="1"/>
          </p:cNvSpPr>
          <p:nvPr/>
        </p:nvSpPr>
        <p:spPr>
          <a:xfrm xmlns:a="http://schemas.openxmlformats.org/drawingml/2006/main">
            <a:off x="609600" y="1809750"/>
            <a:ext cx="1219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Report</a:t>
            </a:r>
          </a:p>
        </p:txBody>
      </p:sp>
      <p:sp>
        <p:nvSpPr>
          <p:cNvPr id="98" name="step-copy-0">
            <a:extLst xmlns:a="http://schemas.openxmlformats.org/drawingml/2006/main">
              <a:ext uri="{FF2B5EF4-FFF2-40B4-BE49-F238E27FC236}">
                <a16:creationId xmlns:a16="http://schemas.microsoft.com/office/drawing/2014/main" id="{09533905-FE61-44BF-8683-0B7D98DEA11C}"/>
              </a:ext>
            </a:extLst>
          </p:cNvPr>
          <p:cNvSpPr>
            <a:spLocks xmlns:a="http://schemas.openxmlformats.org/drawingml/2006/main" noGrp="1"/>
          </p:cNvSpPr>
          <p:nvPr/>
        </p:nvSpPr>
        <p:spPr>
          <a:xfrm xmlns:a="http://schemas.openxmlformats.org/drawingml/2006/main">
            <a:off x="609600" y="2266950"/>
            <a:ext cx="121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Photo, voice, text</a:t>
            </a:r>
          </a:p>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Citizen confirms</a:t>
            </a:r>
          </a:p>
        </p:txBody>
      </p:sp>
      <p:sp>
        <p:nvSpPr>
          <p:cNvPr id="99" name="">
            <a:extLst xmlns:a="http://schemas.openxmlformats.org/drawingml/2006/main">
              <a:ext uri="{FF2B5EF4-FFF2-40B4-BE49-F238E27FC236}">
                <a16:creationId xmlns:a16="http://schemas.microsoft.com/office/drawing/2014/main" id="{0B38299E-C725-4324-BEFE-F0634FCEAB81}"/>
              </a:ext>
            </a:extLst>
          </p:cNvPr>
          <p:cNvSpPr>
            <a:spLocks xmlns:a="http://schemas.openxmlformats.org/drawingml/2006/main" noGrp="1"/>
          </p:cNvSpPr>
          <p:nvPr/>
        </p:nvSpPr>
        <p:spPr>
          <a:xfrm xmlns:a="http://schemas.openxmlformats.org/drawingml/2006/main">
            <a:off x="1990725" y="2143125"/>
            <a:ext cx="123825" cy="142875"/>
          </a:xfrm>
          <a:prstGeom xmlns:a="http://schemas.openxmlformats.org/drawingml/2006/main" prst="rightArrow">
            <a:avLst/>
          </a:prstGeom>
          <a:solidFill xmlns:a="http://schemas.openxmlformats.org/drawingml/2006/main">
            <a:srgbClr val="111111"/>
          </a:solidFill>
          <a:ln xmlns:a="http://schemas.openxmlformats.org/drawingml/2006/main" w="0">
            <a:solidFill>
              <a:srgbClr val="111111"/>
            </a:solidFill>
          </a:ln>
        </p:spPr>
      </p:sp>
      <p:sp>
        <p:nvSpPr>
          <p:cNvPr id="100" name="step-1">
            <a:extLst xmlns:a="http://schemas.openxmlformats.org/drawingml/2006/main">
              <a:ext uri="{FF2B5EF4-FFF2-40B4-BE49-F238E27FC236}">
                <a16:creationId xmlns:a16="http://schemas.microsoft.com/office/drawing/2014/main" id="{8EFBE524-DBAA-4BB0-AF90-6EBA492A1FB2}"/>
              </a:ext>
            </a:extLst>
          </p:cNvPr>
          <p:cNvSpPr>
            <a:spLocks xmlns:a="http://schemas.openxmlformats.org/drawingml/2006/main" noGrp="1"/>
          </p:cNvSpPr>
          <p:nvPr/>
        </p:nvSpPr>
        <p:spPr>
          <a:xfrm xmlns:a="http://schemas.openxmlformats.org/drawingml/2006/main">
            <a:off x="2152650" y="1657350"/>
            <a:ext cx="144780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01" name="step-head-1">
            <a:extLst xmlns:a="http://schemas.openxmlformats.org/drawingml/2006/main">
              <a:ext uri="{FF2B5EF4-FFF2-40B4-BE49-F238E27FC236}">
                <a16:creationId xmlns:a16="http://schemas.microsoft.com/office/drawing/2014/main" id="{B870AF6F-B953-45C5-AC4F-CEE054FAF70A}"/>
              </a:ext>
            </a:extLst>
          </p:cNvPr>
          <p:cNvSpPr>
            <a:spLocks xmlns:a="http://schemas.openxmlformats.org/drawingml/2006/main" noGrp="1"/>
          </p:cNvSpPr>
          <p:nvPr/>
        </p:nvSpPr>
        <p:spPr>
          <a:xfrm xmlns:a="http://schemas.openxmlformats.org/drawingml/2006/main">
            <a:off x="2266950" y="1809750"/>
            <a:ext cx="1219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Route</a:t>
            </a:r>
          </a:p>
        </p:txBody>
      </p:sp>
      <p:sp>
        <p:nvSpPr>
          <p:cNvPr id="102" name="step-copy-1">
            <a:extLst xmlns:a="http://schemas.openxmlformats.org/drawingml/2006/main">
              <a:ext uri="{FF2B5EF4-FFF2-40B4-BE49-F238E27FC236}">
                <a16:creationId xmlns:a16="http://schemas.microsoft.com/office/drawing/2014/main" id="{1544E2EA-25A0-4760-A027-23C0B0DFAAF2}"/>
              </a:ext>
            </a:extLst>
          </p:cNvPr>
          <p:cNvSpPr>
            <a:spLocks xmlns:a="http://schemas.openxmlformats.org/drawingml/2006/main" noGrp="1"/>
          </p:cNvSpPr>
          <p:nvPr/>
        </p:nvSpPr>
        <p:spPr>
          <a:xfrm xmlns:a="http://schemas.openxmlformats.org/drawingml/2006/main">
            <a:off x="2266950" y="2266950"/>
            <a:ext cx="121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Ward polygon</a:t>
            </a:r>
          </a:p>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Nearby duplicates</a:t>
            </a:r>
          </a:p>
        </p:txBody>
      </p:sp>
      <p:sp>
        <p:nvSpPr>
          <p:cNvPr id="103" name="">
            <a:extLst xmlns:a="http://schemas.openxmlformats.org/drawingml/2006/main">
              <a:ext uri="{FF2B5EF4-FFF2-40B4-BE49-F238E27FC236}">
                <a16:creationId xmlns:a16="http://schemas.microsoft.com/office/drawing/2014/main" id="{026B1763-E80E-4C01-A49D-213777C99908}"/>
              </a:ext>
            </a:extLst>
          </p:cNvPr>
          <p:cNvSpPr>
            <a:spLocks xmlns:a="http://schemas.openxmlformats.org/drawingml/2006/main" noGrp="1"/>
          </p:cNvSpPr>
          <p:nvPr/>
        </p:nvSpPr>
        <p:spPr>
          <a:xfrm xmlns:a="http://schemas.openxmlformats.org/drawingml/2006/main">
            <a:off x="3648075" y="2143125"/>
            <a:ext cx="123825" cy="142875"/>
          </a:xfrm>
          <a:prstGeom xmlns:a="http://schemas.openxmlformats.org/drawingml/2006/main" prst="rightArrow">
            <a:avLst/>
          </a:prstGeom>
          <a:solidFill xmlns:a="http://schemas.openxmlformats.org/drawingml/2006/main">
            <a:srgbClr val="111111"/>
          </a:solidFill>
          <a:ln xmlns:a="http://schemas.openxmlformats.org/drawingml/2006/main" w="0">
            <a:solidFill>
              <a:srgbClr val="111111"/>
            </a:solidFill>
          </a:ln>
        </p:spPr>
      </p:sp>
      <p:sp>
        <p:nvSpPr>
          <p:cNvPr id="104" name="step-2">
            <a:extLst xmlns:a="http://schemas.openxmlformats.org/drawingml/2006/main">
              <a:ext uri="{FF2B5EF4-FFF2-40B4-BE49-F238E27FC236}">
                <a16:creationId xmlns:a16="http://schemas.microsoft.com/office/drawing/2014/main" id="{1FF1BC5B-B19B-4B0B-89BD-47E37694C9FA}"/>
              </a:ext>
            </a:extLst>
          </p:cNvPr>
          <p:cNvSpPr>
            <a:spLocks xmlns:a="http://schemas.openxmlformats.org/drawingml/2006/main" noGrp="1"/>
          </p:cNvSpPr>
          <p:nvPr/>
        </p:nvSpPr>
        <p:spPr>
          <a:xfrm xmlns:a="http://schemas.openxmlformats.org/drawingml/2006/main">
            <a:off x="3810000" y="1657350"/>
            <a:ext cx="144780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05" name="step-head-2">
            <a:extLst xmlns:a="http://schemas.openxmlformats.org/drawingml/2006/main">
              <a:ext uri="{FF2B5EF4-FFF2-40B4-BE49-F238E27FC236}">
                <a16:creationId xmlns:a16="http://schemas.microsoft.com/office/drawing/2014/main" id="{BA749D68-625F-4F92-B468-9D1C905EDB11}"/>
              </a:ext>
            </a:extLst>
          </p:cNvPr>
          <p:cNvSpPr>
            <a:spLocks xmlns:a="http://schemas.openxmlformats.org/drawingml/2006/main" noGrp="1"/>
          </p:cNvSpPr>
          <p:nvPr/>
        </p:nvSpPr>
        <p:spPr>
          <a:xfrm xmlns:a="http://schemas.openxmlformats.org/drawingml/2006/main">
            <a:off x="3924300" y="1809750"/>
            <a:ext cx="1219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Act</a:t>
            </a:r>
          </a:p>
        </p:txBody>
      </p:sp>
      <p:sp>
        <p:nvSpPr>
          <p:cNvPr id="106" name="step-copy-2">
            <a:extLst xmlns:a="http://schemas.openxmlformats.org/drawingml/2006/main">
              <a:ext uri="{FF2B5EF4-FFF2-40B4-BE49-F238E27FC236}">
                <a16:creationId xmlns:a16="http://schemas.microsoft.com/office/drawing/2014/main" id="{06EB580F-DC16-40CF-B1F7-7D3A0CE3AF2A}"/>
              </a:ext>
            </a:extLst>
          </p:cNvPr>
          <p:cNvSpPr>
            <a:spLocks xmlns:a="http://schemas.openxmlformats.org/drawingml/2006/main" noGrp="1"/>
          </p:cNvSpPr>
          <p:nvPr/>
        </p:nvSpPr>
        <p:spPr>
          <a:xfrm xmlns:a="http://schemas.openxmlformats.org/drawingml/2006/main">
            <a:off x="3924300" y="2266950"/>
            <a:ext cx="121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Officer response</a:t>
            </a:r>
          </a:p>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Repair evidence</a:t>
            </a:r>
          </a:p>
        </p:txBody>
      </p:sp>
      <p:sp>
        <p:nvSpPr>
          <p:cNvPr id="107" name="">
            <a:extLst xmlns:a="http://schemas.openxmlformats.org/drawingml/2006/main">
              <a:ext uri="{FF2B5EF4-FFF2-40B4-BE49-F238E27FC236}">
                <a16:creationId xmlns:a16="http://schemas.microsoft.com/office/drawing/2014/main" id="{E74202E7-661C-441E-9915-1D146B93778B}"/>
              </a:ext>
            </a:extLst>
          </p:cNvPr>
          <p:cNvSpPr>
            <a:spLocks xmlns:a="http://schemas.openxmlformats.org/drawingml/2006/main" noGrp="1"/>
          </p:cNvSpPr>
          <p:nvPr/>
        </p:nvSpPr>
        <p:spPr>
          <a:xfrm xmlns:a="http://schemas.openxmlformats.org/drawingml/2006/main">
            <a:off x="5305425" y="2143125"/>
            <a:ext cx="123825" cy="142875"/>
          </a:xfrm>
          <a:prstGeom xmlns:a="http://schemas.openxmlformats.org/drawingml/2006/main" prst="rightArrow">
            <a:avLst/>
          </a:prstGeom>
          <a:solidFill xmlns:a="http://schemas.openxmlformats.org/drawingml/2006/main">
            <a:srgbClr val="111111"/>
          </a:solidFill>
          <a:ln xmlns:a="http://schemas.openxmlformats.org/drawingml/2006/main" w="0">
            <a:solidFill>
              <a:srgbClr val="111111"/>
            </a:solidFill>
          </a:ln>
        </p:spPr>
      </p:sp>
      <p:sp>
        <p:nvSpPr>
          <p:cNvPr id="108" name="step-3">
            <a:extLst xmlns:a="http://schemas.openxmlformats.org/drawingml/2006/main">
              <a:ext uri="{FF2B5EF4-FFF2-40B4-BE49-F238E27FC236}">
                <a16:creationId xmlns:a16="http://schemas.microsoft.com/office/drawing/2014/main" id="{F8AE5AFB-3C82-4818-BBC6-28D8B8E1B47F}"/>
              </a:ext>
            </a:extLst>
          </p:cNvPr>
          <p:cNvSpPr>
            <a:spLocks xmlns:a="http://schemas.openxmlformats.org/drawingml/2006/main" noGrp="1"/>
          </p:cNvSpPr>
          <p:nvPr/>
        </p:nvSpPr>
        <p:spPr>
          <a:xfrm xmlns:a="http://schemas.openxmlformats.org/drawingml/2006/main">
            <a:off x="5467350" y="1657350"/>
            <a:ext cx="144780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09" name="step-head-3">
            <a:extLst xmlns:a="http://schemas.openxmlformats.org/drawingml/2006/main">
              <a:ext uri="{FF2B5EF4-FFF2-40B4-BE49-F238E27FC236}">
                <a16:creationId xmlns:a16="http://schemas.microsoft.com/office/drawing/2014/main" id="{D9D7A448-5548-47E0-AA8C-8DDBCC520B56}"/>
              </a:ext>
            </a:extLst>
          </p:cNvPr>
          <p:cNvSpPr>
            <a:spLocks xmlns:a="http://schemas.openxmlformats.org/drawingml/2006/main" noGrp="1"/>
          </p:cNvSpPr>
          <p:nvPr/>
        </p:nvSpPr>
        <p:spPr>
          <a:xfrm xmlns:a="http://schemas.openxmlformats.org/drawingml/2006/main">
            <a:off x="5581650" y="1809750"/>
            <a:ext cx="1219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Verify</a:t>
            </a:r>
          </a:p>
        </p:txBody>
      </p:sp>
      <p:sp>
        <p:nvSpPr>
          <p:cNvPr id="110" name="step-copy-3">
            <a:extLst xmlns:a="http://schemas.openxmlformats.org/drawingml/2006/main">
              <a:ext uri="{FF2B5EF4-FFF2-40B4-BE49-F238E27FC236}">
                <a16:creationId xmlns:a16="http://schemas.microsoft.com/office/drawing/2014/main" id="{ECED4423-0B98-453A-979C-6314602D64AD}"/>
              </a:ext>
            </a:extLst>
          </p:cNvPr>
          <p:cNvSpPr>
            <a:spLocks xmlns:a="http://schemas.openxmlformats.org/drawingml/2006/main" noGrp="1"/>
          </p:cNvSpPr>
          <p:nvPr/>
        </p:nvSpPr>
        <p:spPr>
          <a:xfrm xmlns:a="http://schemas.openxmlformats.org/drawingml/2006/main">
            <a:off x="5581650" y="2266950"/>
            <a:ext cx="121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Evidence gate</a:t>
            </a:r>
          </a:p>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Citizen quorum</a:t>
            </a:r>
          </a:p>
        </p:txBody>
      </p:sp>
      <p:sp>
        <p:nvSpPr>
          <p:cNvPr id="111" name="">
            <a:extLst xmlns:a="http://schemas.openxmlformats.org/drawingml/2006/main">
              <a:ext uri="{FF2B5EF4-FFF2-40B4-BE49-F238E27FC236}">
                <a16:creationId xmlns:a16="http://schemas.microsoft.com/office/drawing/2014/main" id="{8C21D5DB-749F-477B-8908-A83156D86B82}"/>
              </a:ext>
            </a:extLst>
          </p:cNvPr>
          <p:cNvSpPr>
            <a:spLocks xmlns:a="http://schemas.openxmlformats.org/drawingml/2006/main" noGrp="1"/>
          </p:cNvSpPr>
          <p:nvPr/>
        </p:nvSpPr>
        <p:spPr>
          <a:xfrm xmlns:a="http://schemas.openxmlformats.org/drawingml/2006/main">
            <a:off x="6962775" y="2143125"/>
            <a:ext cx="123825" cy="142875"/>
          </a:xfrm>
          <a:prstGeom xmlns:a="http://schemas.openxmlformats.org/drawingml/2006/main" prst="rightArrow">
            <a:avLst/>
          </a:prstGeom>
          <a:solidFill xmlns:a="http://schemas.openxmlformats.org/drawingml/2006/main">
            <a:srgbClr val="111111"/>
          </a:solidFill>
          <a:ln xmlns:a="http://schemas.openxmlformats.org/drawingml/2006/main" w="0">
            <a:solidFill>
              <a:srgbClr val="111111"/>
            </a:solidFill>
          </a:ln>
        </p:spPr>
      </p:sp>
      <p:sp>
        <p:nvSpPr>
          <p:cNvPr id="112" name="step-4">
            <a:extLst xmlns:a="http://schemas.openxmlformats.org/drawingml/2006/main">
              <a:ext uri="{FF2B5EF4-FFF2-40B4-BE49-F238E27FC236}">
                <a16:creationId xmlns:a16="http://schemas.microsoft.com/office/drawing/2014/main" id="{F117F0D5-7C62-4E8E-A9F5-5B26522E342E}"/>
              </a:ext>
            </a:extLst>
          </p:cNvPr>
          <p:cNvSpPr>
            <a:spLocks xmlns:a="http://schemas.openxmlformats.org/drawingml/2006/main" noGrp="1"/>
          </p:cNvSpPr>
          <p:nvPr/>
        </p:nvSpPr>
        <p:spPr>
          <a:xfrm xmlns:a="http://schemas.openxmlformats.org/drawingml/2006/main">
            <a:off x="7124700" y="1657350"/>
            <a:ext cx="1447800" cy="125730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13" name="step-head-4">
            <a:extLst xmlns:a="http://schemas.openxmlformats.org/drawingml/2006/main">
              <a:ext uri="{FF2B5EF4-FFF2-40B4-BE49-F238E27FC236}">
                <a16:creationId xmlns:a16="http://schemas.microsoft.com/office/drawing/2014/main" id="{E5E9C5A1-6846-4EDC-A293-FB865AA5D038}"/>
              </a:ext>
            </a:extLst>
          </p:cNvPr>
          <p:cNvSpPr>
            <a:spLocks xmlns:a="http://schemas.openxmlformats.org/drawingml/2006/main" noGrp="1"/>
          </p:cNvSpPr>
          <p:nvPr/>
        </p:nvSpPr>
        <p:spPr>
          <a:xfrm xmlns:a="http://schemas.openxmlformats.org/drawingml/2006/main">
            <a:off x="7239000" y="1809750"/>
            <a:ext cx="1219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Measure</a:t>
            </a:r>
          </a:p>
        </p:txBody>
      </p:sp>
      <p:sp>
        <p:nvSpPr>
          <p:cNvPr id="114" name="step-copy-4">
            <a:extLst xmlns:a="http://schemas.openxmlformats.org/drawingml/2006/main">
              <a:ext uri="{FF2B5EF4-FFF2-40B4-BE49-F238E27FC236}">
                <a16:creationId xmlns:a16="http://schemas.microsoft.com/office/drawing/2014/main" id="{3845DD61-3C4F-478F-B1F6-A36F78AD9497}"/>
              </a:ext>
            </a:extLst>
          </p:cNvPr>
          <p:cNvSpPr>
            <a:spLocks xmlns:a="http://schemas.openxmlformats.org/drawingml/2006/main" noGrp="1"/>
          </p:cNvSpPr>
          <p:nvPr/>
        </p:nvSpPr>
        <p:spPr>
          <a:xfrm xmlns:a="http://schemas.openxmlformats.org/drawingml/2006/main">
            <a:off x="7239000" y="2266950"/>
            <a:ext cx="121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Computed ledger</a:t>
            </a:r>
          </a:p>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Published rules</a:t>
            </a:r>
          </a:p>
        </p:txBody>
      </p:sp>
      <p:sp>
        <p:nvSpPr>
          <p:cNvPr id="115" name="hold-rule">
            <a:extLst xmlns:a="http://schemas.openxmlformats.org/drawingml/2006/main">
              <a:ext uri="{FF2B5EF4-FFF2-40B4-BE49-F238E27FC236}">
                <a16:creationId xmlns:a16="http://schemas.microsoft.com/office/drawing/2014/main" id="{2DE9D220-D98C-43DE-918A-3EEC85219471}"/>
              </a:ext>
            </a:extLst>
          </p:cNvPr>
          <p:cNvSpPr>
            <a:spLocks xmlns:a="http://schemas.openxmlformats.org/drawingml/2006/main" noGrp="1"/>
          </p:cNvSpPr>
          <p:nvPr/>
        </p:nvSpPr>
        <p:spPr>
          <a:xfrm xmlns:a="http://schemas.openxmlformats.org/drawingml/2006/main">
            <a:off x="495300" y="3333750"/>
            <a:ext cx="815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111111"/>
                </a:solidFill>
                <a:latin typeface="Google Sans Flex"/>
                <a:ea typeface="Google Sans Flex"/>
                <a:cs typeface="Google Sans Flex"/>
              </a:defRPr>
            </a:defPPr>
            <a:lvl1pPr>
              <a:defRPr sz="1875" b="1">
                <a:solidFill>
                  <a:srgbClr val="111111"/>
                </a:solidFill>
                <a:latin typeface="Google Sans Flex"/>
                <a:ea typeface="Google Sans Flex"/>
                <a:cs typeface="Google Sans Flex"/>
              </a:defRPr>
            </a:lvl1pPr>
            <a:lvl2pPr>
              <a:defRPr sz="1875" b="1">
                <a:solidFill>
                  <a:srgbClr val="111111"/>
                </a:solidFill>
                <a:latin typeface="Google Sans Flex"/>
                <a:ea typeface="Google Sans Flex"/>
                <a:cs typeface="Google Sans Flex"/>
              </a:defRPr>
            </a:lvl2pPr>
            <a:lvl3pPr>
              <a:defRPr sz="1875" b="1">
                <a:solidFill>
                  <a:srgbClr val="111111"/>
                </a:solidFill>
                <a:latin typeface="Google Sans Flex"/>
                <a:ea typeface="Google Sans Flex"/>
                <a:cs typeface="Google Sans Flex"/>
              </a:defRPr>
            </a:lvl3pPr>
            <a:lvl4pPr>
              <a:defRPr sz="1875" b="1">
                <a:solidFill>
                  <a:srgbClr val="111111"/>
                </a:solidFill>
                <a:latin typeface="Google Sans Flex"/>
                <a:ea typeface="Google Sans Flex"/>
                <a:cs typeface="Google Sans Flex"/>
              </a:defRPr>
            </a:lvl4pPr>
            <a:lvl5pPr>
              <a:defRPr sz="1875" b="1">
                <a:solidFill>
                  <a:srgbClr val="111111"/>
                </a:solidFill>
                <a:latin typeface="Google Sans Flex"/>
                <a:ea typeface="Google Sans Flex"/>
                <a:cs typeface="Google Sans Flex"/>
              </a:defRPr>
            </a:lvl5pPr>
            <a:lvl6pPr>
              <a:defRPr sz="1875" b="1">
                <a:solidFill>
                  <a:srgbClr val="111111"/>
                </a:solidFill>
                <a:latin typeface="Google Sans Flex"/>
                <a:ea typeface="Google Sans Flex"/>
                <a:cs typeface="Google Sans Flex"/>
              </a:defRPr>
            </a:lvl6pPr>
            <a:lvl7pPr>
              <a:defRPr sz="1875" b="1">
                <a:solidFill>
                  <a:srgbClr val="111111"/>
                </a:solidFill>
                <a:latin typeface="Google Sans Flex"/>
                <a:ea typeface="Google Sans Flex"/>
                <a:cs typeface="Google Sans Flex"/>
              </a:defRPr>
            </a:lvl7pPr>
            <a:lvl8pPr>
              <a:defRPr sz="1875" b="1">
                <a:solidFill>
                  <a:srgbClr val="111111"/>
                </a:solidFill>
                <a:latin typeface="Google Sans Flex"/>
                <a:ea typeface="Google Sans Flex"/>
                <a:cs typeface="Google Sans Flex"/>
              </a:defRPr>
            </a:lvl8pPr>
            <a:lvl9pPr>
              <a:defRPr sz="1875" b="1">
                <a:solidFill>
                  <a:srgbClr val="111111"/>
                </a:solidFill>
                <a:latin typeface="Google Sans Flex"/>
                <a:ea typeface="Google Sans Flex"/>
                <a:cs typeface="Google Sans Flex"/>
              </a:defRPr>
            </a:lvl9pPr>
          </a:lstStyle>
          <a:p xmlns:a="http://schemas.openxmlformats.org/drawingml/2006/main">
            <a:pPr>
              <a:defRPr sz="1875" b="1">
                <a:solidFill>
                  <a:srgbClr val="111111"/>
                </a:solidFill>
                <a:latin typeface="Google Sans Flex"/>
                <a:ea typeface="Google Sans Flex"/>
                <a:cs typeface="Google Sans Flex"/>
              </a:defRPr>
            </a:pPr>
            <a:r>
              <a:rPr sz="1875" b="1">
                <a:solidFill>
                  <a:srgbClr val="111111"/>
                </a:solidFill>
                <a:latin typeface="Google Sans Flex"/>
                <a:ea typeface="Google Sans Flex"/>
                <a:cs typeface="Google Sans Flex"/>
              </a:rPr>
              <a:t>Wrong-location evidence is held for review</a:t>
            </a:r>
          </a:p>
        </p:txBody>
      </p:sp>
      <p:sp>
        <p:nvSpPr>
          <p:cNvPr id="116" name="quorum-rule">
            <a:extLst xmlns:a="http://schemas.openxmlformats.org/drawingml/2006/main">
              <a:ext uri="{FF2B5EF4-FFF2-40B4-BE49-F238E27FC236}">
                <a16:creationId xmlns:a16="http://schemas.microsoft.com/office/drawing/2014/main" id="{F676E33E-9DE9-4F13-AE8F-1956A2A296DF}"/>
              </a:ext>
            </a:extLst>
          </p:cNvPr>
          <p:cNvSpPr>
            <a:spLocks xmlns:a="http://schemas.openxmlformats.org/drawingml/2006/main" noGrp="1"/>
          </p:cNvSpPr>
          <p:nvPr/>
        </p:nvSpPr>
        <p:spPr>
          <a:xfrm xmlns:a="http://schemas.openxmlformats.org/drawingml/2006/main">
            <a:off x="495300" y="3848100"/>
            <a:ext cx="8153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a:solidFill>
                  <a:srgbClr val="111111"/>
                </a:solidFill>
                <a:latin typeface="Google Sans Flex"/>
                <a:ea typeface="Google Sans Flex"/>
                <a:cs typeface="Google Sans Flex"/>
              </a:defRPr>
            </a:defPPr>
            <a:lvl1pPr>
              <a:defRPr sz="1575">
                <a:solidFill>
                  <a:srgbClr val="111111"/>
                </a:solidFill>
                <a:latin typeface="Google Sans Flex"/>
                <a:ea typeface="Google Sans Flex"/>
                <a:cs typeface="Google Sans Flex"/>
              </a:defRPr>
            </a:lvl1pPr>
            <a:lvl2pPr>
              <a:defRPr sz="1575">
                <a:solidFill>
                  <a:srgbClr val="111111"/>
                </a:solidFill>
                <a:latin typeface="Google Sans Flex"/>
                <a:ea typeface="Google Sans Flex"/>
                <a:cs typeface="Google Sans Flex"/>
              </a:defRPr>
            </a:lvl2pPr>
            <a:lvl3pPr>
              <a:defRPr sz="1575">
                <a:solidFill>
                  <a:srgbClr val="111111"/>
                </a:solidFill>
                <a:latin typeface="Google Sans Flex"/>
                <a:ea typeface="Google Sans Flex"/>
                <a:cs typeface="Google Sans Flex"/>
              </a:defRPr>
            </a:lvl3pPr>
            <a:lvl4pPr>
              <a:defRPr sz="1575">
                <a:solidFill>
                  <a:srgbClr val="111111"/>
                </a:solidFill>
                <a:latin typeface="Google Sans Flex"/>
                <a:ea typeface="Google Sans Flex"/>
                <a:cs typeface="Google Sans Flex"/>
              </a:defRPr>
            </a:lvl4pPr>
            <a:lvl5pPr>
              <a:defRPr sz="1575">
                <a:solidFill>
                  <a:srgbClr val="111111"/>
                </a:solidFill>
                <a:latin typeface="Google Sans Flex"/>
                <a:ea typeface="Google Sans Flex"/>
                <a:cs typeface="Google Sans Flex"/>
              </a:defRPr>
            </a:lvl5pPr>
            <a:lvl6pPr>
              <a:defRPr sz="1575">
                <a:solidFill>
                  <a:srgbClr val="111111"/>
                </a:solidFill>
                <a:latin typeface="Google Sans Flex"/>
                <a:ea typeface="Google Sans Flex"/>
                <a:cs typeface="Google Sans Flex"/>
              </a:defRPr>
            </a:lvl6pPr>
            <a:lvl7pPr>
              <a:defRPr sz="1575">
                <a:solidFill>
                  <a:srgbClr val="111111"/>
                </a:solidFill>
                <a:latin typeface="Google Sans Flex"/>
                <a:ea typeface="Google Sans Flex"/>
                <a:cs typeface="Google Sans Flex"/>
              </a:defRPr>
            </a:lvl7pPr>
            <a:lvl8pPr>
              <a:defRPr sz="1575">
                <a:solidFill>
                  <a:srgbClr val="111111"/>
                </a:solidFill>
                <a:latin typeface="Google Sans Flex"/>
                <a:ea typeface="Google Sans Flex"/>
                <a:cs typeface="Google Sans Flex"/>
              </a:defRPr>
            </a:lvl8pPr>
            <a:lvl9pPr>
              <a:defRPr sz="1575">
                <a:solidFill>
                  <a:srgbClr val="111111"/>
                </a:solidFill>
                <a:latin typeface="Google Sans Flex"/>
                <a:ea typeface="Google Sans Flex"/>
                <a:cs typeface="Google Sans Flex"/>
              </a:defRPr>
            </a:lvl9pPr>
          </a:lstStyle>
          <a:p xmlns:a="http://schemas.openxmlformats.org/drawingml/2006/main">
            <a:pPr>
              <a:defRPr sz="1575">
                <a:solidFill>
                  <a:srgbClr val="111111"/>
                </a:solidFill>
                <a:latin typeface="Google Sans Flex"/>
                <a:ea typeface="Google Sans Flex"/>
                <a:cs typeface="Google Sans Flex"/>
              </a:defRPr>
            </a:pPr>
            <a:r>
              <a:rPr sz="1575">
                <a:solidFill>
                  <a:srgbClr val="111111"/>
                </a:solidFill>
                <a:latin typeface="Google Sans Flex"/>
                <a:ea typeface="Google Sans Flex"/>
                <a:cs typeface="Google Sans Flex"/>
              </a:rPr>
              <a:t>Only eligible citizens can verify or reopen. A written officer override stays visible. Silence never closes an issue.</a:t>
            </a:r>
          </a:p>
        </p:txBody>
      </p:sp>
    </p:spTree>
    <p:extLst>
      <p:ext uri="{BB962C8B-B14F-4D97-AF65-F5344CB8AC3E}">
        <p14:creationId xmlns:p14="http://schemas.microsoft.com/office/powerpoint/2010/main" val="127428118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0" name="Google Shape;100;p19">
            <a:extLst xmlns:a="http://schemas.openxmlformats.org/drawingml/2006/main">
              <a:ext uri="{FF2B5EF4-FFF2-40B4-BE49-F238E27FC236}">
                <a16:creationId xmlns:a16="http://schemas.microsoft.com/office/drawing/2014/main" id="{DFCC676B-5A9A-4A8D-B113-C014B9D1A01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fedb11586284cfb">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01" name="Google Shape;101;p19">
            <a:extLst xmlns:a="http://schemas.openxmlformats.org/drawingml/2006/main">
              <a:ext uri="{FF2B5EF4-FFF2-40B4-BE49-F238E27FC236}">
                <a16:creationId xmlns:a16="http://schemas.microsoft.com/office/drawing/2014/main" id="{7328CE37-3BA5-4A3D-8CEF-9BEFF0A8FB43}"/>
              </a:ext>
            </a:extLst>
          </p:cNvPr>
          <p:cNvPicPr>
            <a:picLocks xmlns:a="http://schemas.openxmlformats.org/drawingml/2006/main" noChangeAspect="1"/>
          </p:cNvPicPr>
          <p:nvPr/>
        </p:nvPicPr>
        <p:blipFill>
          <a:blip xmlns:r="http://schemas.openxmlformats.org/officeDocument/2006/relationships" xmlns:a="http://schemas.openxmlformats.org/drawingml/2006/main" r:embed="Rd42f40a4db61473b">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02" name="Google Shape;102;p19">
            <a:extLst xmlns:a="http://schemas.openxmlformats.org/drawingml/2006/main">
              <a:ext uri="{FF2B5EF4-FFF2-40B4-BE49-F238E27FC236}">
                <a16:creationId xmlns:a16="http://schemas.microsoft.com/office/drawing/2014/main" id="{4C6DC2F5-5615-4F88-9077-5A7E8135E2BB}"/>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03" name="Google Shape;103;p19">
            <a:extLst xmlns:a="http://schemas.openxmlformats.org/drawingml/2006/main">
              <a:ext uri="{FF2B5EF4-FFF2-40B4-BE49-F238E27FC236}">
                <a16:creationId xmlns:a16="http://schemas.microsoft.com/office/drawing/2014/main" id="{575F18A8-E208-4BAD-B3BD-393B1D45BCD7}"/>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Wireframes/Mock diagrams of the proposed solution (optional)</a:t>
            </a:r>
            <a:endParaRPr sz="1600">
              <a:latin typeface="Google Sans Flex Medium"/>
              <a:ea typeface="Google Sans Flex Medium"/>
              <a:cs typeface="Google Sans Flex Medium"/>
            </a:endParaRPr>
          </a:p>
        </p:txBody>
      </p:sp>
      <p:pic>
        <p:nvPicPr>
          <p:cNvPr id="104" name="">
            <a:extLst xmlns:a="http://schemas.openxmlformats.org/drawingml/2006/main">
              <a:ext uri="{FF2B5EF4-FFF2-40B4-BE49-F238E27FC236}">
                <a16:creationId xmlns:a16="http://schemas.microsoft.com/office/drawing/2014/main" id="{536C59FA-A01E-4646-A66B-6B6EF7FE6760}"/>
              </a:ext>
            </a:extLst>
          </p:cNvPr>
          <p:cNvPicPr>
            <a:picLocks xmlns:a="http://schemas.openxmlformats.org/drawingml/2006/main" noChangeAspect="1"/>
          </p:cNvPicPr>
          <p:nvPr/>
        </p:nvPicPr>
        <p:blipFill>
          <a:blip xmlns:r="http://schemas.openxmlformats.org/officeDocument/2006/relationships" xmlns:a="http://schemas.openxmlformats.org/drawingml/2006/main" r:embed="R86f7dc07d7154857"/>
          <a:stretch xmlns:a="http://schemas.openxmlformats.org/drawingml/2006/main"/>
        </p:blipFill>
        <p:spPr>
          <a:xfrm xmlns:a="http://schemas.openxmlformats.org/drawingml/2006/main">
            <a:off x="428625" y="1419037"/>
            <a:ext cx="4429125" cy="2972176"/>
          </a:xfrm>
          <a:prstGeom xmlns:a="http://schemas.openxmlformats.org/drawingml/2006/main" prst="rect">
            <a:avLst/>
          </a:prstGeom>
        </p:spPr>
      </p:pic>
      <p:sp>
        <p:nvSpPr>
          <p:cNvPr id="105" name="wireframe-label">
            <a:extLst xmlns:a="http://schemas.openxmlformats.org/drawingml/2006/main">
              <a:ext uri="{FF2B5EF4-FFF2-40B4-BE49-F238E27FC236}">
                <a16:creationId xmlns:a16="http://schemas.microsoft.com/office/drawing/2014/main" id="{3FA9B5BF-4AFD-4106-99A7-9920406196DE}"/>
              </a:ext>
            </a:extLst>
          </p:cNvPr>
          <p:cNvSpPr>
            <a:spLocks xmlns:a="http://schemas.openxmlformats.org/drawingml/2006/main" noGrp="1"/>
          </p:cNvSpPr>
          <p:nvPr/>
        </p:nvSpPr>
        <p:spPr>
          <a:xfrm xmlns:a="http://schemas.openxmlformats.org/drawingml/2006/main">
            <a:off x="495300" y="4533900"/>
            <a:ext cx="438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a:solidFill>
                  <a:srgbClr val="555555"/>
                </a:solidFill>
                <a:latin typeface="Google Sans Flex"/>
                <a:ea typeface="Google Sans Flex"/>
                <a:cs typeface="Google Sans Flex"/>
              </a:defRPr>
            </a:defPPr>
            <a:lvl1pPr>
              <a:defRPr sz="1125">
                <a:solidFill>
                  <a:srgbClr val="555555"/>
                </a:solidFill>
                <a:latin typeface="Google Sans Flex"/>
                <a:ea typeface="Google Sans Flex"/>
                <a:cs typeface="Google Sans Flex"/>
              </a:defRPr>
            </a:lvl1pPr>
            <a:lvl2pPr>
              <a:defRPr sz="1125">
                <a:solidFill>
                  <a:srgbClr val="555555"/>
                </a:solidFill>
                <a:latin typeface="Google Sans Flex"/>
                <a:ea typeface="Google Sans Flex"/>
                <a:cs typeface="Google Sans Flex"/>
              </a:defRPr>
            </a:lvl2pPr>
            <a:lvl3pPr>
              <a:defRPr sz="1125">
                <a:solidFill>
                  <a:srgbClr val="555555"/>
                </a:solidFill>
                <a:latin typeface="Google Sans Flex"/>
                <a:ea typeface="Google Sans Flex"/>
                <a:cs typeface="Google Sans Flex"/>
              </a:defRPr>
            </a:lvl3pPr>
            <a:lvl4pPr>
              <a:defRPr sz="1125">
                <a:solidFill>
                  <a:srgbClr val="555555"/>
                </a:solidFill>
                <a:latin typeface="Google Sans Flex"/>
                <a:ea typeface="Google Sans Flex"/>
                <a:cs typeface="Google Sans Flex"/>
              </a:defRPr>
            </a:lvl4pPr>
            <a:lvl5pPr>
              <a:defRPr sz="1125">
                <a:solidFill>
                  <a:srgbClr val="555555"/>
                </a:solidFill>
                <a:latin typeface="Google Sans Flex"/>
                <a:ea typeface="Google Sans Flex"/>
                <a:cs typeface="Google Sans Flex"/>
              </a:defRPr>
            </a:lvl5pPr>
            <a:lvl6pPr>
              <a:defRPr sz="1125">
                <a:solidFill>
                  <a:srgbClr val="555555"/>
                </a:solidFill>
                <a:latin typeface="Google Sans Flex"/>
                <a:ea typeface="Google Sans Flex"/>
                <a:cs typeface="Google Sans Flex"/>
              </a:defRPr>
            </a:lvl6pPr>
            <a:lvl7pPr>
              <a:defRPr sz="1125">
                <a:solidFill>
                  <a:srgbClr val="555555"/>
                </a:solidFill>
                <a:latin typeface="Google Sans Flex"/>
                <a:ea typeface="Google Sans Flex"/>
                <a:cs typeface="Google Sans Flex"/>
              </a:defRPr>
            </a:lvl7pPr>
            <a:lvl8pPr>
              <a:defRPr sz="1125">
                <a:solidFill>
                  <a:srgbClr val="555555"/>
                </a:solidFill>
                <a:latin typeface="Google Sans Flex"/>
                <a:ea typeface="Google Sans Flex"/>
                <a:cs typeface="Google Sans Flex"/>
              </a:defRPr>
            </a:lvl8pPr>
            <a:lvl9pPr>
              <a:defRPr sz="1125">
                <a:solidFill>
                  <a:srgbClr val="555555"/>
                </a:solidFill>
                <a:latin typeface="Google Sans Flex"/>
                <a:ea typeface="Google Sans Flex"/>
                <a:cs typeface="Google Sans Flex"/>
              </a:defRPr>
            </a:lvl9pPr>
          </a:lstStyle>
          <a:p xmlns:a="http://schemas.openxmlformats.org/drawingml/2006/main">
            <a:pPr>
              <a:defRPr sz="1125">
                <a:solidFill>
                  <a:srgbClr val="555555"/>
                </a:solidFill>
                <a:latin typeface="Google Sans Flex"/>
                <a:ea typeface="Google Sans Flex"/>
                <a:cs typeface="Google Sans Flex"/>
              </a:defRPr>
            </a:pPr>
            <a:r>
              <a:rPr sz="1125">
                <a:solidFill>
                  <a:srgbClr val="555555"/>
                </a:solidFill>
                <a:latin typeface="Google Sans Flex"/>
                <a:ea typeface="Google Sans Flex"/>
                <a:cs typeface="Google Sans Flex"/>
              </a:rPr>
              <a:t>Map diagram from actual geometry</a:t>
            </a:r>
          </a:p>
        </p:txBody>
      </p:sp>
      <p:sp>
        <p:nvSpPr>
          <p:cNvPr id="106" name="ledger-label">
            <a:extLst xmlns:a="http://schemas.openxmlformats.org/drawingml/2006/main">
              <a:ext uri="{FF2B5EF4-FFF2-40B4-BE49-F238E27FC236}">
                <a16:creationId xmlns:a16="http://schemas.microsoft.com/office/drawing/2014/main" id="{3817581D-40A7-45D9-919D-059C23DDF407}"/>
              </a:ext>
            </a:extLst>
          </p:cNvPr>
          <p:cNvSpPr>
            <a:spLocks xmlns:a="http://schemas.openxmlformats.org/drawingml/2006/main" noGrp="1"/>
          </p:cNvSpPr>
          <p:nvPr/>
        </p:nvSpPr>
        <p:spPr>
          <a:xfrm xmlns:a="http://schemas.openxmlformats.org/drawingml/2006/main">
            <a:off x="5314950" y="1466850"/>
            <a:ext cx="323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111111"/>
                </a:solidFill>
                <a:latin typeface="Google Sans Flex"/>
                <a:ea typeface="Google Sans Flex"/>
                <a:cs typeface="Google Sans Flex"/>
              </a:defRPr>
            </a:defPPr>
            <a:lvl1pPr>
              <a:defRPr sz="1875" b="1">
                <a:solidFill>
                  <a:srgbClr val="111111"/>
                </a:solidFill>
                <a:latin typeface="Google Sans Flex"/>
                <a:ea typeface="Google Sans Flex"/>
                <a:cs typeface="Google Sans Flex"/>
              </a:defRPr>
            </a:lvl1pPr>
            <a:lvl2pPr>
              <a:defRPr sz="1875" b="1">
                <a:solidFill>
                  <a:srgbClr val="111111"/>
                </a:solidFill>
                <a:latin typeface="Google Sans Flex"/>
                <a:ea typeface="Google Sans Flex"/>
                <a:cs typeface="Google Sans Flex"/>
              </a:defRPr>
            </a:lvl2pPr>
            <a:lvl3pPr>
              <a:defRPr sz="1875" b="1">
                <a:solidFill>
                  <a:srgbClr val="111111"/>
                </a:solidFill>
                <a:latin typeface="Google Sans Flex"/>
                <a:ea typeface="Google Sans Flex"/>
                <a:cs typeface="Google Sans Flex"/>
              </a:defRPr>
            </a:lvl3pPr>
            <a:lvl4pPr>
              <a:defRPr sz="1875" b="1">
                <a:solidFill>
                  <a:srgbClr val="111111"/>
                </a:solidFill>
                <a:latin typeface="Google Sans Flex"/>
                <a:ea typeface="Google Sans Flex"/>
                <a:cs typeface="Google Sans Flex"/>
              </a:defRPr>
            </a:lvl4pPr>
            <a:lvl5pPr>
              <a:defRPr sz="1875" b="1">
                <a:solidFill>
                  <a:srgbClr val="111111"/>
                </a:solidFill>
                <a:latin typeface="Google Sans Flex"/>
                <a:ea typeface="Google Sans Flex"/>
                <a:cs typeface="Google Sans Flex"/>
              </a:defRPr>
            </a:lvl5pPr>
            <a:lvl6pPr>
              <a:defRPr sz="1875" b="1">
                <a:solidFill>
                  <a:srgbClr val="111111"/>
                </a:solidFill>
                <a:latin typeface="Google Sans Flex"/>
                <a:ea typeface="Google Sans Flex"/>
                <a:cs typeface="Google Sans Flex"/>
              </a:defRPr>
            </a:lvl6pPr>
            <a:lvl7pPr>
              <a:defRPr sz="1875" b="1">
                <a:solidFill>
                  <a:srgbClr val="111111"/>
                </a:solidFill>
                <a:latin typeface="Google Sans Flex"/>
                <a:ea typeface="Google Sans Flex"/>
                <a:cs typeface="Google Sans Flex"/>
              </a:defRPr>
            </a:lvl7pPr>
            <a:lvl8pPr>
              <a:defRPr sz="1875" b="1">
                <a:solidFill>
                  <a:srgbClr val="111111"/>
                </a:solidFill>
                <a:latin typeface="Google Sans Flex"/>
                <a:ea typeface="Google Sans Flex"/>
                <a:cs typeface="Google Sans Flex"/>
              </a:defRPr>
            </a:lvl8pPr>
            <a:lvl9pPr>
              <a:defRPr sz="1875" b="1">
                <a:solidFill>
                  <a:srgbClr val="111111"/>
                </a:solidFill>
                <a:latin typeface="Google Sans Flex"/>
                <a:ea typeface="Google Sans Flex"/>
                <a:cs typeface="Google Sans Flex"/>
              </a:defRPr>
            </a:lvl9pPr>
          </a:lstStyle>
          <a:p xmlns:a="http://schemas.openxmlformats.org/drawingml/2006/main">
            <a:pPr>
              <a:defRPr sz="1875" b="1">
                <a:solidFill>
                  <a:srgbClr val="111111"/>
                </a:solidFill>
                <a:latin typeface="Google Sans Flex"/>
                <a:ea typeface="Google Sans Flex"/>
                <a:cs typeface="Google Sans Flex"/>
              </a:defRPr>
            </a:pPr>
            <a:r>
              <a:rPr sz="1875" b="1">
                <a:solidFill>
                  <a:srgbClr val="111111"/>
                </a:solidFill>
                <a:latin typeface="Google Sans Flex"/>
                <a:ea typeface="Google Sans Flex"/>
                <a:cs typeface="Google Sans Flex"/>
              </a:rPr>
              <a:t>Illustrative ledger</a:t>
            </a:r>
          </a:p>
        </p:txBody>
      </p:sp>
      <p:sp>
        <p:nvSpPr>
          <p:cNvPr id="107" name="claims">
            <a:extLst xmlns:a="http://schemas.openxmlformats.org/drawingml/2006/main">
              <a:ext uri="{FF2B5EF4-FFF2-40B4-BE49-F238E27FC236}">
                <a16:creationId xmlns:a16="http://schemas.microsoft.com/office/drawing/2014/main" id="{E5722BF7-3BAE-4AAF-9A27-856879C20642}"/>
              </a:ext>
            </a:extLst>
          </p:cNvPr>
          <p:cNvSpPr>
            <a:spLocks xmlns:a="http://schemas.openxmlformats.org/drawingml/2006/main" noGrp="1"/>
          </p:cNvSpPr>
          <p:nvPr/>
        </p:nvSpPr>
        <p:spPr>
          <a:xfrm xmlns:a="http://schemas.openxmlformats.org/drawingml/2006/main">
            <a:off x="5314950" y="2000250"/>
            <a:ext cx="1238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050" b="1">
                <a:solidFill>
                  <a:srgbClr val="111111"/>
                </a:solidFill>
                <a:latin typeface="Google Sans Flex"/>
                <a:ea typeface="Google Sans Flex"/>
                <a:cs typeface="Google Sans Flex"/>
              </a:defRPr>
            </a:defPPr>
            <a:lvl1pPr>
              <a:defRPr sz="4050" b="1">
                <a:solidFill>
                  <a:srgbClr val="111111"/>
                </a:solidFill>
                <a:latin typeface="Google Sans Flex"/>
                <a:ea typeface="Google Sans Flex"/>
                <a:cs typeface="Google Sans Flex"/>
              </a:defRPr>
            </a:lvl1pPr>
            <a:lvl2pPr>
              <a:defRPr sz="4050" b="1">
                <a:solidFill>
                  <a:srgbClr val="111111"/>
                </a:solidFill>
                <a:latin typeface="Google Sans Flex"/>
                <a:ea typeface="Google Sans Flex"/>
                <a:cs typeface="Google Sans Flex"/>
              </a:defRPr>
            </a:lvl2pPr>
            <a:lvl3pPr>
              <a:defRPr sz="4050" b="1">
                <a:solidFill>
                  <a:srgbClr val="111111"/>
                </a:solidFill>
                <a:latin typeface="Google Sans Flex"/>
                <a:ea typeface="Google Sans Flex"/>
                <a:cs typeface="Google Sans Flex"/>
              </a:defRPr>
            </a:lvl3pPr>
            <a:lvl4pPr>
              <a:defRPr sz="4050" b="1">
                <a:solidFill>
                  <a:srgbClr val="111111"/>
                </a:solidFill>
                <a:latin typeface="Google Sans Flex"/>
                <a:ea typeface="Google Sans Flex"/>
                <a:cs typeface="Google Sans Flex"/>
              </a:defRPr>
            </a:lvl4pPr>
            <a:lvl5pPr>
              <a:defRPr sz="4050" b="1">
                <a:solidFill>
                  <a:srgbClr val="111111"/>
                </a:solidFill>
                <a:latin typeface="Google Sans Flex"/>
                <a:ea typeface="Google Sans Flex"/>
                <a:cs typeface="Google Sans Flex"/>
              </a:defRPr>
            </a:lvl5pPr>
            <a:lvl6pPr>
              <a:defRPr sz="4050" b="1">
                <a:solidFill>
                  <a:srgbClr val="111111"/>
                </a:solidFill>
                <a:latin typeface="Google Sans Flex"/>
                <a:ea typeface="Google Sans Flex"/>
                <a:cs typeface="Google Sans Flex"/>
              </a:defRPr>
            </a:lvl6pPr>
            <a:lvl7pPr>
              <a:defRPr sz="4050" b="1">
                <a:solidFill>
                  <a:srgbClr val="111111"/>
                </a:solidFill>
                <a:latin typeface="Google Sans Flex"/>
                <a:ea typeface="Google Sans Flex"/>
                <a:cs typeface="Google Sans Flex"/>
              </a:defRPr>
            </a:lvl7pPr>
            <a:lvl8pPr>
              <a:defRPr sz="4050" b="1">
                <a:solidFill>
                  <a:srgbClr val="111111"/>
                </a:solidFill>
                <a:latin typeface="Google Sans Flex"/>
                <a:ea typeface="Google Sans Flex"/>
                <a:cs typeface="Google Sans Flex"/>
              </a:defRPr>
            </a:lvl8pPr>
            <a:lvl9pPr>
              <a:defRPr sz="4050" b="1">
                <a:solidFill>
                  <a:srgbClr val="111111"/>
                </a:solidFill>
                <a:latin typeface="Google Sans Flex"/>
                <a:ea typeface="Google Sans Flex"/>
                <a:cs typeface="Google Sans Flex"/>
              </a:defRPr>
            </a:lvl9pPr>
          </a:lstStyle>
          <a:p xmlns:a="http://schemas.openxmlformats.org/drawingml/2006/main">
            <a:pPr>
              <a:defRPr sz="4050" b="1">
                <a:solidFill>
                  <a:srgbClr val="111111"/>
                </a:solidFill>
                <a:latin typeface="Google Sans Flex"/>
                <a:ea typeface="Google Sans Flex"/>
                <a:cs typeface="Google Sans Flex"/>
              </a:defRPr>
            </a:pPr>
            <a:r>
              <a:rPr sz="4050" b="1">
                <a:solidFill>
                  <a:srgbClr val="111111"/>
                </a:solidFill>
                <a:latin typeface="Google Sans Flex"/>
                <a:ea typeface="Google Sans Flex"/>
                <a:cs typeface="Google Sans Flex"/>
              </a:rPr>
              <a:t>100</a:t>
            </a:r>
          </a:p>
        </p:txBody>
      </p:sp>
      <p:sp>
        <p:nvSpPr>
          <p:cNvPr id="108" name="verified">
            <a:extLst xmlns:a="http://schemas.openxmlformats.org/drawingml/2006/main">
              <a:ext uri="{FF2B5EF4-FFF2-40B4-BE49-F238E27FC236}">
                <a16:creationId xmlns:a16="http://schemas.microsoft.com/office/drawing/2014/main" id="{D9E713BC-6840-466D-841E-3BDBAFBEDC3B}"/>
              </a:ext>
            </a:extLst>
          </p:cNvPr>
          <p:cNvSpPr>
            <a:spLocks xmlns:a="http://schemas.openxmlformats.org/drawingml/2006/main" noGrp="1"/>
          </p:cNvSpPr>
          <p:nvPr/>
        </p:nvSpPr>
        <p:spPr>
          <a:xfrm xmlns:a="http://schemas.openxmlformats.org/drawingml/2006/main">
            <a:off x="7105650" y="2000250"/>
            <a:ext cx="1428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050" b="1">
                <a:solidFill>
                  <a:srgbClr val="18704A"/>
                </a:solidFill>
                <a:latin typeface="Google Sans Flex"/>
                <a:ea typeface="Google Sans Flex"/>
                <a:cs typeface="Google Sans Flex"/>
              </a:defRPr>
            </a:defPPr>
            <a:lvl1pPr>
              <a:defRPr sz="4050" b="1">
                <a:solidFill>
                  <a:srgbClr val="18704A"/>
                </a:solidFill>
                <a:latin typeface="Google Sans Flex"/>
                <a:ea typeface="Google Sans Flex"/>
                <a:cs typeface="Google Sans Flex"/>
              </a:defRPr>
            </a:lvl1pPr>
            <a:lvl2pPr>
              <a:defRPr sz="4050" b="1">
                <a:solidFill>
                  <a:srgbClr val="18704A"/>
                </a:solidFill>
                <a:latin typeface="Google Sans Flex"/>
                <a:ea typeface="Google Sans Flex"/>
                <a:cs typeface="Google Sans Flex"/>
              </a:defRPr>
            </a:lvl2pPr>
            <a:lvl3pPr>
              <a:defRPr sz="4050" b="1">
                <a:solidFill>
                  <a:srgbClr val="18704A"/>
                </a:solidFill>
                <a:latin typeface="Google Sans Flex"/>
                <a:ea typeface="Google Sans Flex"/>
                <a:cs typeface="Google Sans Flex"/>
              </a:defRPr>
            </a:lvl3pPr>
            <a:lvl4pPr>
              <a:defRPr sz="4050" b="1">
                <a:solidFill>
                  <a:srgbClr val="18704A"/>
                </a:solidFill>
                <a:latin typeface="Google Sans Flex"/>
                <a:ea typeface="Google Sans Flex"/>
                <a:cs typeface="Google Sans Flex"/>
              </a:defRPr>
            </a:lvl4pPr>
            <a:lvl5pPr>
              <a:defRPr sz="4050" b="1">
                <a:solidFill>
                  <a:srgbClr val="18704A"/>
                </a:solidFill>
                <a:latin typeface="Google Sans Flex"/>
                <a:ea typeface="Google Sans Flex"/>
                <a:cs typeface="Google Sans Flex"/>
              </a:defRPr>
            </a:lvl5pPr>
            <a:lvl6pPr>
              <a:defRPr sz="4050" b="1">
                <a:solidFill>
                  <a:srgbClr val="18704A"/>
                </a:solidFill>
                <a:latin typeface="Google Sans Flex"/>
                <a:ea typeface="Google Sans Flex"/>
                <a:cs typeface="Google Sans Flex"/>
              </a:defRPr>
            </a:lvl6pPr>
            <a:lvl7pPr>
              <a:defRPr sz="4050" b="1">
                <a:solidFill>
                  <a:srgbClr val="18704A"/>
                </a:solidFill>
                <a:latin typeface="Google Sans Flex"/>
                <a:ea typeface="Google Sans Flex"/>
                <a:cs typeface="Google Sans Flex"/>
              </a:defRPr>
            </a:lvl7pPr>
            <a:lvl8pPr>
              <a:defRPr sz="4050" b="1">
                <a:solidFill>
                  <a:srgbClr val="18704A"/>
                </a:solidFill>
                <a:latin typeface="Google Sans Flex"/>
                <a:ea typeface="Google Sans Flex"/>
                <a:cs typeface="Google Sans Flex"/>
              </a:defRPr>
            </a:lvl8pPr>
            <a:lvl9pPr>
              <a:defRPr sz="4050" b="1">
                <a:solidFill>
                  <a:srgbClr val="18704A"/>
                </a:solidFill>
                <a:latin typeface="Google Sans Flex"/>
                <a:ea typeface="Google Sans Flex"/>
                <a:cs typeface="Google Sans Flex"/>
              </a:defRPr>
            </a:lvl9pPr>
          </a:lstStyle>
          <a:p xmlns:a="http://schemas.openxmlformats.org/drawingml/2006/main">
            <a:pPr>
              <a:defRPr sz="4050" b="1">
                <a:solidFill>
                  <a:srgbClr val="18704A"/>
                </a:solidFill>
                <a:latin typeface="Google Sans Flex"/>
                <a:ea typeface="Google Sans Flex"/>
                <a:cs typeface="Google Sans Flex"/>
              </a:defRPr>
            </a:pPr>
            <a:r>
              <a:rPr sz="4050" b="1">
                <a:solidFill>
                  <a:srgbClr val="18704A"/>
                </a:solidFill>
                <a:latin typeface="Google Sans Flex"/>
                <a:ea typeface="Google Sans Flex"/>
                <a:cs typeface="Google Sans Flex"/>
              </a:rPr>
              <a:t>50</a:t>
            </a:r>
          </a:p>
        </p:txBody>
      </p:sp>
      <p:sp>
        <p:nvSpPr>
          <p:cNvPr id="109" name="claims-label">
            <a:extLst xmlns:a="http://schemas.openxmlformats.org/drawingml/2006/main">
              <a:ext uri="{FF2B5EF4-FFF2-40B4-BE49-F238E27FC236}">
                <a16:creationId xmlns:a16="http://schemas.microsoft.com/office/drawing/2014/main" id="{E3D6F53C-7702-46D6-A234-63774419562A}"/>
              </a:ext>
            </a:extLst>
          </p:cNvPr>
          <p:cNvSpPr>
            <a:spLocks xmlns:a="http://schemas.openxmlformats.org/drawingml/2006/main" noGrp="1"/>
          </p:cNvSpPr>
          <p:nvPr/>
        </p:nvSpPr>
        <p:spPr>
          <a:xfrm xmlns:a="http://schemas.openxmlformats.org/drawingml/2006/main">
            <a:off x="5314950" y="2705100"/>
            <a:ext cx="152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a:solidFill>
                  <a:srgbClr val="111111"/>
                </a:solidFill>
                <a:latin typeface="Google Sans Flex"/>
                <a:ea typeface="Google Sans Flex"/>
                <a:cs typeface="Google Sans Flex"/>
              </a:defRPr>
            </a:defPPr>
            <a:lvl1pPr>
              <a:defRPr sz="1275">
                <a:solidFill>
                  <a:srgbClr val="111111"/>
                </a:solidFill>
                <a:latin typeface="Google Sans Flex"/>
                <a:ea typeface="Google Sans Flex"/>
                <a:cs typeface="Google Sans Flex"/>
              </a:defRPr>
            </a:lvl1pPr>
            <a:lvl2pPr>
              <a:defRPr sz="1275">
                <a:solidFill>
                  <a:srgbClr val="111111"/>
                </a:solidFill>
                <a:latin typeface="Google Sans Flex"/>
                <a:ea typeface="Google Sans Flex"/>
                <a:cs typeface="Google Sans Flex"/>
              </a:defRPr>
            </a:lvl2pPr>
            <a:lvl3pPr>
              <a:defRPr sz="1275">
                <a:solidFill>
                  <a:srgbClr val="111111"/>
                </a:solidFill>
                <a:latin typeface="Google Sans Flex"/>
                <a:ea typeface="Google Sans Flex"/>
                <a:cs typeface="Google Sans Flex"/>
              </a:defRPr>
            </a:lvl3pPr>
            <a:lvl4pPr>
              <a:defRPr sz="1275">
                <a:solidFill>
                  <a:srgbClr val="111111"/>
                </a:solidFill>
                <a:latin typeface="Google Sans Flex"/>
                <a:ea typeface="Google Sans Flex"/>
                <a:cs typeface="Google Sans Flex"/>
              </a:defRPr>
            </a:lvl4pPr>
            <a:lvl5pPr>
              <a:defRPr sz="1275">
                <a:solidFill>
                  <a:srgbClr val="111111"/>
                </a:solidFill>
                <a:latin typeface="Google Sans Flex"/>
                <a:ea typeface="Google Sans Flex"/>
                <a:cs typeface="Google Sans Flex"/>
              </a:defRPr>
            </a:lvl5pPr>
            <a:lvl6pPr>
              <a:defRPr sz="1275">
                <a:solidFill>
                  <a:srgbClr val="111111"/>
                </a:solidFill>
                <a:latin typeface="Google Sans Flex"/>
                <a:ea typeface="Google Sans Flex"/>
                <a:cs typeface="Google Sans Flex"/>
              </a:defRPr>
            </a:lvl6pPr>
            <a:lvl7pPr>
              <a:defRPr sz="1275">
                <a:solidFill>
                  <a:srgbClr val="111111"/>
                </a:solidFill>
                <a:latin typeface="Google Sans Flex"/>
                <a:ea typeface="Google Sans Flex"/>
                <a:cs typeface="Google Sans Flex"/>
              </a:defRPr>
            </a:lvl7pPr>
            <a:lvl8pPr>
              <a:defRPr sz="1275">
                <a:solidFill>
                  <a:srgbClr val="111111"/>
                </a:solidFill>
                <a:latin typeface="Google Sans Flex"/>
                <a:ea typeface="Google Sans Flex"/>
                <a:cs typeface="Google Sans Flex"/>
              </a:defRPr>
            </a:lvl8pPr>
            <a:lvl9pPr>
              <a:defRPr sz="1275">
                <a:solidFill>
                  <a:srgbClr val="111111"/>
                </a:solidFill>
                <a:latin typeface="Google Sans Flex"/>
                <a:ea typeface="Google Sans Flex"/>
                <a:cs typeface="Google Sans Flex"/>
              </a:defRPr>
            </a:lvl9pPr>
          </a:lstStyle>
          <a:p xmlns:a="http://schemas.openxmlformats.org/drawingml/2006/main">
            <a:pPr>
              <a:defRPr sz="1275">
                <a:solidFill>
                  <a:srgbClr val="111111"/>
                </a:solidFill>
                <a:latin typeface="Google Sans Flex"/>
                <a:ea typeface="Google Sans Flex"/>
                <a:cs typeface="Google Sans Flex"/>
              </a:defRPr>
            </a:pPr>
            <a:r>
              <a:rPr sz="1275">
                <a:solidFill>
                  <a:srgbClr val="111111"/>
                </a:solidFill>
                <a:latin typeface="Google Sans Flex"/>
                <a:ea typeface="Google Sans Flex"/>
                <a:cs typeface="Google Sans Flex"/>
              </a:rPr>
              <a:t>Fixes claimed</a:t>
            </a:r>
          </a:p>
        </p:txBody>
      </p:sp>
      <p:sp>
        <p:nvSpPr>
          <p:cNvPr id="110" name="verified-label">
            <a:extLst xmlns:a="http://schemas.openxmlformats.org/drawingml/2006/main">
              <a:ext uri="{FF2B5EF4-FFF2-40B4-BE49-F238E27FC236}">
                <a16:creationId xmlns:a16="http://schemas.microsoft.com/office/drawing/2014/main" id="{AD72C444-F0FE-4DAA-A92A-E9485F279240}"/>
              </a:ext>
            </a:extLst>
          </p:cNvPr>
          <p:cNvSpPr>
            <a:spLocks xmlns:a="http://schemas.openxmlformats.org/drawingml/2006/main" noGrp="1"/>
          </p:cNvSpPr>
          <p:nvPr/>
        </p:nvSpPr>
        <p:spPr>
          <a:xfrm xmlns:a="http://schemas.openxmlformats.org/drawingml/2006/main">
            <a:off x="7105650" y="2705100"/>
            <a:ext cx="1571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a:solidFill>
                  <a:srgbClr val="111111"/>
                </a:solidFill>
                <a:latin typeface="Google Sans Flex"/>
                <a:ea typeface="Google Sans Flex"/>
                <a:cs typeface="Google Sans Flex"/>
              </a:defRPr>
            </a:defPPr>
            <a:lvl1pPr>
              <a:defRPr sz="1275">
                <a:solidFill>
                  <a:srgbClr val="111111"/>
                </a:solidFill>
                <a:latin typeface="Google Sans Flex"/>
                <a:ea typeface="Google Sans Flex"/>
                <a:cs typeface="Google Sans Flex"/>
              </a:defRPr>
            </a:lvl1pPr>
            <a:lvl2pPr>
              <a:defRPr sz="1275">
                <a:solidFill>
                  <a:srgbClr val="111111"/>
                </a:solidFill>
                <a:latin typeface="Google Sans Flex"/>
                <a:ea typeface="Google Sans Flex"/>
                <a:cs typeface="Google Sans Flex"/>
              </a:defRPr>
            </a:lvl2pPr>
            <a:lvl3pPr>
              <a:defRPr sz="1275">
                <a:solidFill>
                  <a:srgbClr val="111111"/>
                </a:solidFill>
                <a:latin typeface="Google Sans Flex"/>
                <a:ea typeface="Google Sans Flex"/>
                <a:cs typeface="Google Sans Flex"/>
              </a:defRPr>
            </a:lvl3pPr>
            <a:lvl4pPr>
              <a:defRPr sz="1275">
                <a:solidFill>
                  <a:srgbClr val="111111"/>
                </a:solidFill>
                <a:latin typeface="Google Sans Flex"/>
                <a:ea typeface="Google Sans Flex"/>
                <a:cs typeface="Google Sans Flex"/>
              </a:defRPr>
            </a:lvl4pPr>
            <a:lvl5pPr>
              <a:defRPr sz="1275">
                <a:solidFill>
                  <a:srgbClr val="111111"/>
                </a:solidFill>
                <a:latin typeface="Google Sans Flex"/>
                <a:ea typeface="Google Sans Flex"/>
                <a:cs typeface="Google Sans Flex"/>
              </a:defRPr>
            </a:lvl5pPr>
            <a:lvl6pPr>
              <a:defRPr sz="1275">
                <a:solidFill>
                  <a:srgbClr val="111111"/>
                </a:solidFill>
                <a:latin typeface="Google Sans Flex"/>
                <a:ea typeface="Google Sans Flex"/>
                <a:cs typeface="Google Sans Flex"/>
              </a:defRPr>
            </a:lvl6pPr>
            <a:lvl7pPr>
              <a:defRPr sz="1275">
                <a:solidFill>
                  <a:srgbClr val="111111"/>
                </a:solidFill>
                <a:latin typeface="Google Sans Flex"/>
                <a:ea typeface="Google Sans Flex"/>
                <a:cs typeface="Google Sans Flex"/>
              </a:defRPr>
            </a:lvl7pPr>
            <a:lvl8pPr>
              <a:defRPr sz="1275">
                <a:solidFill>
                  <a:srgbClr val="111111"/>
                </a:solidFill>
                <a:latin typeface="Google Sans Flex"/>
                <a:ea typeface="Google Sans Flex"/>
                <a:cs typeface="Google Sans Flex"/>
              </a:defRPr>
            </a:lvl8pPr>
            <a:lvl9pPr>
              <a:defRPr sz="1275">
                <a:solidFill>
                  <a:srgbClr val="111111"/>
                </a:solidFill>
                <a:latin typeface="Google Sans Flex"/>
                <a:ea typeface="Google Sans Flex"/>
                <a:cs typeface="Google Sans Flex"/>
              </a:defRPr>
            </a:lvl9pPr>
          </a:lstStyle>
          <a:p xmlns:a="http://schemas.openxmlformats.org/drawingml/2006/main">
            <a:pPr>
              <a:defRPr sz="1275">
                <a:solidFill>
                  <a:srgbClr val="111111"/>
                </a:solidFill>
                <a:latin typeface="Google Sans Flex"/>
                <a:ea typeface="Google Sans Flex"/>
                <a:cs typeface="Google Sans Flex"/>
              </a:defRPr>
            </a:pPr>
            <a:r>
              <a:rPr sz="1275">
                <a:solidFill>
                  <a:srgbClr val="111111"/>
                </a:solidFill>
                <a:latin typeface="Google Sans Flex"/>
                <a:ea typeface="Google Sans Flex"/>
                <a:cs typeface="Google Sans Flex"/>
              </a:rPr>
              <a:t>Citizen verified</a:t>
            </a:r>
          </a:p>
        </p:txBody>
      </p:sp>
      <p:sp>
        <p:nvSpPr>
          <p:cNvPr id="111" name="claims-bar">
            <a:extLst xmlns:a="http://schemas.openxmlformats.org/drawingml/2006/main">
              <a:ext uri="{FF2B5EF4-FFF2-40B4-BE49-F238E27FC236}">
                <a16:creationId xmlns:a16="http://schemas.microsoft.com/office/drawing/2014/main" id="{33620A74-F10A-4FC8-9826-01551A9C6E97}"/>
              </a:ext>
            </a:extLst>
          </p:cNvPr>
          <p:cNvSpPr>
            <a:spLocks xmlns:a="http://schemas.openxmlformats.org/drawingml/2006/main" noGrp="1"/>
          </p:cNvSpPr>
          <p:nvPr/>
        </p:nvSpPr>
        <p:spPr>
          <a:xfrm xmlns:a="http://schemas.openxmlformats.org/drawingml/2006/main">
            <a:off x="5314950" y="3181350"/>
            <a:ext cx="3143250" cy="171450"/>
          </a:xfrm>
          <a:prstGeom xmlns:a="http://schemas.openxmlformats.org/drawingml/2006/main" prst="rect">
            <a:avLst/>
          </a:prstGeom>
          <a:solidFill xmlns:a="http://schemas.openxmlformats.org/drawingml/2006/main">
            <a:srgbClr val="D3D8D4"/>
          </a:solidFill>
          <a:ln xmlns:a="http://schemas.openxmlformats.org/drawingml/2006/main" w="9525">
            <a:solidFill>
              <a:srgbClr val="D3D8D4"/>
            </a:solidFill>
          </a:ln>
        </p:spPr>
      </p:sp>
      <p:sp>
        <p:nvSpPr>
          <p:cNvPr id="112" name="verified-bar">
            <a:extLst xmlns:a="http://schemas.openxmlformats.org/drawingml/2006/main">
              <a:ext uri="{FF2B5EF4-FFF2-40B4-BE49-F238E27FC236}">
                <a16:creationId xmlns:a16="http://schemas.microsoft.com/office/drawing/2014/main" id="{1AF5C3EB-50F2-4125-ADB5-BD8752225F20}"/>
              </a:ext>
            </a:extLst>
          </p:cNvPr>
          <p:cNvSpPr>
            <a:spLocks xmlns:a="http://schemas.openxmlformats.org/drawingml/2006/main" noGrp="1"/>
          </p:cNvSpPr>
          <p:nvPr/>
        </p:nvSpPr>
        <p:spPr>
          <a:xfrm xmlns:a="http://schemas.openxmlformats.org/drawingml/2006/main">
            <a:off x="5314950" y="3181350"/>
            <a:ext cx="1571625" cy="171450"/>
          </a:xfrm>
          <a:prstGeom xmlns:a="http://schemas.openxmlformats.org/drawingml/2006/main" prst="rect">
            <a:avLst/>
          </a:prstGeom>
          <a:solidFill xmlns:a="http://schemas.openxmlformats.org/drawingml/2006/main">
            <a:srgbClr val="18704A"/>
          </a:solidFill>
          <a:ln xmlns:a="http://schemas.openxmlformats.org/drawingml/2006/main" w="9525">
            <a:solidFill>
              <a:srgbClr val="18704A"/>
            </a:solidFill>
          </a:ln>
        </p:spPr>
      </p:sp>
      <p:sp>
        <p:nvSpPr>
          <p:cNvPr id="113" name="mock-notice">
            <a:extLst xmlns:a="http://schemas.openxmlformats.org/drawingml/2006/main">
              <a:ext uri="{FF2B5EF4-FFF2-40B4-BE49-F238E27FC236}">
                <a16:creationId xmlns:a16="http://schemas.microsoft.com/office/drawing/2014/main" id="{85993C6A-2FC3-42EB-9A2A-1C47706697E8}"/>
              </a:ext>
            </a:extLst>
          </p:cNvPr>
          <p:cNvSpPr>
            <a:spLocks xmlns:a="http://schemas.openxmlformats.org/drawingml/2006/main" noGrp="1"/>
          </p:cNvSpPr>
          <p:nvPr/>
        </p:nvSpPr>
        <p:spPr>
          <a:xfrm xmlns:a="http://schemas.openxmlformats.org/drawingml/2006/main">
            <a:off x="5314950" y="37147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555555"/>
                </a:solidFill>
                <a:latin typeface="Google Sans Flex"/>
                <a:ea typeface="Google Sans Flex"/>
                <a:cs typeface="Google Sans Flex"/>
              </a:defRPr>
            </a:defPPr>
            <a:lvl1pPr>
              <a:defRPr sz="1350">
                <a:solidFill>
                  <a:srgbClr val="555555"/>
                </a:solidFill>
                <a:latin typeface="Google Sans Flex"/>
                <a:ea typeface="Google Sans Flex"/>
                <a:cs typeface="Google Sans Flex"/>
              </a:defRPr>
            </a:lvl1pPr>
            <a:lvl2pPr>
              <a:defRPr sz="1350">
                <a:solidFill>
                  <a:srgbClr val="555555"/>
                </a:solidFill>
                <a:latin typeface="Google Sans Flex"/>
                <a:ea typeface="Google Sans Flex"/>
                <a:cs typeface="Google Sans Flex"/>
              </a:defRPr>
            </a:lvl2pPr>
            <a:lvl3pPr>
              <a:defRPr sz="1350">
                <a:solidFill>
                  <a:srgbClr val="555555"/>
                </a:solidFill>
                <a:latin typeface="Google Sans Flex"/>
                <a:ea typeface="Google Sans Flex"/>
                <a:cs typeface="Google Sans Flex"/>
              </a:defRPr>
            </a:lvl3pPr>
            <a:lvl4pPr>
              <a:defRPr sz="1350">
                <a:solidFill>
                  <a:srgbClr val="555555"/>
                </a:solidFill>
                <a:latin typeface="Google Sans Flex"/>
                <a:ea typeface="Google Sans Flex"/>
                <a:cs typeface="Google Sans Flex"/>
              </a:defRPr>
            </a:lvl4pPr>
            <a:lvl5pPr>
              <a:defRPr sz="1350">
                <a:solidFill>
                  <a:srgbClr val="555555"/>
                </a:solidFill>
                <a:latin typeface="Google Sans Flex"/>
                <a:ea typeface="Google Sans Flex"/>
                <a:cs typeface="Google Sans Flex"/>
              </a:defRPr>
            </a:lvl5pPr>
            <a:lvl6pPr>
              <a:defRPr sz="1350">
                <a:solidFill>
                  <a:srgbClr val="555555"/>
                </a:solidFill>
                <a:latin typeface="Google Sans Flex"/>
                <a:ea typeface="Google Sans Flex"/>
                <a:cs typeface="Google Sans Flex"/>
              </a:defRPr>
            </a:lvl6pPr>
            <a:lvl7pPr>
              <a:defRPr sz="1350">
                <a:solidFill>
                  <a:srgbClr val="555555"/>
                </a:solidFill>
                <a:latin typeface="Google Sans Flex"/>
                <a:ea typeface="Google Sans Flex"/>
                <a:cs typeface="Google Sans Flex"/>
              </a:defRPr>
            </a:lvl7pPr>
            <a:lvl8pPr>
              <a:defRPr sz="1350">
                <a:solidFill>
                  <a:srgbClr val="555555"/>
                </a:solidFill>
                <a:latin typeface="Google Sans Flex"/>
                <a:ea typeface="Google Sans Flex"/>
                <a:cs typeface="Google Sans Flex"/>
              </a:defRPr>
            </a:lvl8pPr>
            <a:lvl9pPr>
              <a:defRPr sz="1350">
                <a:solidFill>
                  <a:srgbClr val="555555"/>
                </a:solidFill>
                <a:latin typeface="Google Sans Flex"/>
                <a:ea typeface="Google Sans Flex"/>
                <a:cs typeface="Google Sans Flex"/>
              </a:defRPr>
            </a:lvl9pPr>
          </a:lstStyle>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Scripted demo records</a:t>
            </a:r>
          </a:p>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Not measured city performance</a:t>
            </a:r>
          </a:p>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Not a product screenshot</a:t>
            </a:r>
          </a:p>
        </p:txBody>
      </p:sp>
    </p:spTree>
    <p:extLst>
      <p:ext uri="{BB962C8B-B14F-4D97-AF65-F5344CB8AC3E}">
        <p14:creationId xmlns:p14="http://schemas.microsoft.com/office/powerpoint/2010/main" val="68213465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08" name="Google Shape;108;p20">
            <a:extLst xmlns:a="http://schemas.openxmlformats.org/drawingml/2006/main">
              <a:ext uri="{FF2B5EF4-FFF2-40B4-BE49-F238E27FC236}">
                <a16:creationId xmlns:a16="http://schemas.microsoft.com/office/drawing/2014/main" id="{0EF576D0-D601-4CEA-9FE4-43945D7A5DA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27357aab55f40b1">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09" name="Google Shape;109;p20">
            <a:extLst xmlns:a="http://schemas.openxmlformats.org/drawingml/2006/main">
              <a:ext uri="{FF2B5EF4-FFF2-40B4-BE49-F238E27FC236}">
                <a16:creationId xmlns:a16="http://schemas.microsoft.com/office/drawing/2014/main" id="{3268EDCF-52F9-414B-8B86-C7A889F67FA1}"/>
              </a:ext>
            </a:extLst>
          </p:cNvPr>
          <p:cNvPicPr>
            <a:picLocks xmlns:a="http://schemas.openxmlformats.org/drawingml/2006/main" noChangeAspect="1"/>
          </p:cNvPicPr>
          <p:nvPr/>
        </p:nvPicPr>
        <p:blipFill>
          <a:blip xmlns:r="http://schemas.openxmlformats.org/officeDocument/2006/relationships" xmlns:a="http://schemas.openxmlformats.org/drawingml/2006/main" r:embed="R3f09fe187fe44a81">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0" name="Google Shape;110;p20">
            <a:extLst xmlns:a="http://schemas.openxmlformats.org/drawingml/2006/main">
              <a:ext uri="{FF2B5EF4-FFF2-40B4-BE49-F238E27FC236}">
                <a16:creationId xmlns:a16="http://schemas.microsoft.com/office/drawing/2014/main" id="{4121A351-0BD1-40BA-A05B-CD3A5A8F293E}"/>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1" name="Google Shape;111;p20">
            <a:extLst xmlns:a="http://schemas.openxmlformats.org/drawingml/2006/main">
              <a:ext uri="{FF2B5EF4-FFF2-40B4-BE49-F238E27FC236}">
                <a16:creationId xmlns:a16="http://schemas.microsoft.com/office/drawing/2014/main" id="{54CAB5C2-1C77-4230-9EDE-C1A3FE4ADCE4}"/>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Architecture diagram of the proposed solution</a:t>
            </a:r>
            <a:endParaRPr sz="1600">
              <a:latin typeface="Google Sans Flex Medium"/>
              <a:ea typeface="Google Sans Flex Medium"/>
              <a:cs typeface="Google Sans Flex Medium"/>
            </a:endParaRPr>
          </a:p>
        </p:txBody>
      </p:sp>
      <p:sp>
        <p:nvSpPr>
          <p:cNvPr id="112" name="browser">
            <a:extLst xmlns:a="http://schemas.openxmlformats.org/drawingml/2006/main">
              <a:ext uri="{FF2B5EF4-FFF2-40B4-BE49-F238E27FC236}">
                <a16:creationId xmlns:a16="http://schemas.microsoft.com/office/drawing/2014/main" id="{1B169691-CCFA-4294-B71B-E7BFDFB2118B}"/>
              </a:ext>
            </a:extLst>
          </p:cNvPr>
          <p:cNvSpPr>
            <a:spLocks xmlns:a="http://schemas.openxmlformats.org/drawingml/2006/main" noGrp="1"/>
          </p:cNvSpPr>
          <p:nvPr/>
        </p:nvSpPr>
        <p:spPr>
          <a:xfrm xmlns:a="http://schemas.openxmlformats.org/drawingml/2006/main">
            <a:off x="495300" y="1562100"/>
            <a:ext cx="2190750"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13" name="browser-label">
            <a:extLst xmlns:a="http://schemas.openxmlformats.org/drawingml/2006/main">
              <a:ext uri="{FF2B5EF4-FFF2-40B4-BE49-F238E27FC236}">
                <a16:creationId xmlns:a16="http://schemas.microsoft.com/office/drawing/2014/main" id="{9387F85F-D47A-460B-8E4D-8A807E56B48B}"/>
              </a:ext>
            </a:extLst>
          </p:cNvPr>
          <p:cNvSpPr>
            <a:spLocks xmlns:a="http://schemas.openxmlformats.org/drawingml/2006/main" noGrp="1"/>
          </p:cNvSpPr>
          <p:nvPr/>
        </p:nvSpPr>
        <p:spPr>
          <a:xfrm xmlns:a="http://schemas.openxmlformats.org/drawingml/2006/main">
            <a:off x="609600" y="1676400"/>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Citizen / officer web</a:t>
            </a:r>
          </a:p>
        </p:txBody>
      </p:sp>
      <p:sp>
        <p:nvSpPr>
          <p:cNvPr id="114" name="browser-sub">
            <a:extLst xmlns:a="http://schemas.openxmlformats.org/drawingml/2006/main">
              <a:ext uri="{FF2B5EF4-FFF2-40B4-BE49-F238E27FC236}">
                <a16:creationId xmlns:a16="http://schemas.microsoft.com/office/drawing/2014/main" id="{CEE3E55A-2533-4C88-A53C-60385D592FC3}"/>
              </a:ext>
            </a:extLst>
          </p:cNvPr>
          <p:cNvSpPr>
            <a:spLocks xmlns:a="http://schemas.openxmlformats.org/drawingml/2006/main" noGrp="1"/>
          </p:cNvSpPr>
          <p:nvPr/>
        </p:nvSpPr>
        <p:spPr>
          <a:xfrm xmlns:a="http://schemas.openxmlformats.org/drawingml/2006/main">
            <a:off x="609600" y="20097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React + Firebase Hosting</a:t>
            </a:r>
          </a:p>
        </p:txBody>
      </p:sp>
      <p:sp>
        <p:nvSpPr>
          <p:cNvPr id="115" name="api">
            <a:extLst xmlns:a="http://schemas.openxmlformats.org/drawingml/2006/main">
              <a:ext uri="{FF2B5EF4-FFF2-40B4-BE49-F238E27FC236}">
                <a16:creationId xmlns:a16="http://schemas.microsoft.com/office/drawing/2014/main" id="{EFFD64F3-CB14-48F4-B602-B889239C8EBF}"/>
              </a:ext>
            </a:extLst>
          </p:cNvPr>
          <p:cNvSpPr>
            <a:spLocks xmlns:a="http://schemas.openxmlformats.org/drawingml/2006/main" noGrp="1"/>
          </p:cNvSpPr>
          <p:nvPr/>
        </p:nvSpPr>
        <p:spPr>
          <a:xfrm xmlns:a="http://schemas.openxmlformats.org/drawingml/2006/main">
            <a:off x="3286125" y="1562100"/>
            <a:ext cx="2381250"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16" name="api-label">
            <a:extLst xmlns:a="http://schemas.openxmlformats.org/drawingml/2006/main">
              <a:ext uri="{FF2B5EF4-FFF2-40B4-BE49-F238E27FC236}">
                <a16:creationId xmlns:a16="http://schemas.microsoft.com/office/drawing/2014/main" id="{2E923124-E00D-40BB-8305-9283EEE13C72}"/>
              </a:ext>
            </a:extLst>
          </p:cNvPr>
          <p:cNvSpPr>
            <a:spLocks xmlns:a="http://schemas.openxmlformats.org/drawingml/2006/main" noGrp="1"/>
          </p:cNvSpPr>
          <p:nvPr/>
        </p:nvSpPr>
        <p:spPr>
          <a:xfrm xmlns:a="http://schemas.openxmlformats.org/drawingml/2006/main">
            <a:off x="3400425" y="1676400"/>
            <a:ext cx="2152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Cloud Run API</a:t>
            </a:r>
          </a:p>
        </p:txBody>
      </p:sp>
      <p:sp>
        <p:nvSpPr>
          <p:cNvPr id="117" name="api-sub">
            <a:extLst xmlns:a="http://schemas.openxmlformats.org/drawingml/2006/main">
              <a:ext uri="{FF2B5EF4-FFF2-40B4-BE49-F238E27FC236}">
                <a16:creationId xmlns:a16="http://schemas.microsoft.com/office/drawing/2014/main" id="{C3E02FC7-F57F-44FB-BD13-4B1770215BDB}"/>
              </a:ext>
            </a:extLst>
          </p:cNvPr>
          <p:cNvSpPr>
            <a:spLocks xmlns:a="http://schemas.openxmlformats.org/drawingml/2006/main" noGrp="1"/>
          </p:cNvSpPr>
          <p:nvPr/>
        </p:nvSpPr>
        <p:spPr>
          <a:xfrm xmlns:a="http://schemas.openxmlformats.org/drawingml/2006/main">
            <a:off x="3400425" y="2009775"/>
            <a:ext cx="2152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Hono + firebase-admin</a:t>
            </a:r>
          </a:p>
        </p:txBody>
      </p:sp>
      <p:sp>
        <p:nvSpPr>
          <p:cNvPr id="118" name="data">
            <a:extLst xmlns:a="http://schemas.openxmlformats.org/drawingml/2006/main">
              <a:ext uri="{FF2B5EF4-FFF2-40B4-BE49-F238E27FC236}">
                <a16:creationId xmlns:a16="http://schemas.microsoft.com/office/drawing/2014/main" id="{9F84BD00-6A0B-461F-8FD8-6DCAAC8DC913}"/>
              </a:ext>
            </a:extLst>
          </p:cNvPr>
          <p:cNvSpPr>
            <a:spLocks xmlns:a="http://schemas.openxmlformats.org/drawingml/2006/main" noGrp="1"/>
          </p:cNvSpPr>
          <p:nvPr/>
        </p:nvSpPr>
        <p:spPr>
          <a:xfrm xmlns:a="http://schemas.openxmlformats.org/drawingml/2006/main">
            <a:off x="6286500" y="1562100"/>
            <a:ext cx="2362200"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19" name="data-label">
            <a:extLst xmlns:a="http://schemas.openxmlformats.org/drawingml/2006/main">
              <a:ext uri="{FF2B5EF4-FFF2-40B4-BE49-F238E27FC236}">
                <a16:creationId xmlns:a16="http://schemas.microsoft.com/office/drawing/2014/main" id="{5B7D0BE1-A322-4BAB-91AD-B422CD6DA0C1}"/>
              </a:ext>
            </a:extLst>
          </p:cNvPr>
          <p:cNvSpPr>
            <a:spLocks xmlns:a="http://schemas.openxmlformats.org/drawingml/2006/main" noGrp="1"/>
          </p:cNvSpPr>
          <p:nvPr/>
        </p:nvSpPr>
        <p:spPr>
          <a:xfrm xmlns:a="http://schemas.openxmlformats.org/drawingml/2006/main">
            <a:off x="6400800" y="1676400"/>
            <a:ext cx="2133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Firestore + Storage</a:t>
            </a:r>
          </a:p>
        </p:txBody>
      </p:sp>
      <p:sp>
        <p:nvSpPr>
          <p:cNvPr id="120" name="data-sub">
            <a:extLst xmlns:a="http://schemas.openxmlformats.org/drawingml/2006/main">
              <a:ext uri="{FF2B5EF4-FFF2-40B4-BE49-F238E27FC236}">
                <a16:creationId xmlns:a16="http://schemas.microsoft.com/office/drawing/2014/main" id="{E0AB68DB-D5F0-4823-A1BA-711216AA4D98}"/>
              </a:ext>
            </a:extLst>
          </p:cNvPr>
          <p:cNvSpPr>
            <a:spLocks xmlns:a="http://schemas.openxmlformats.org/drawingml/2006/main" noGrp="1"/>
          </p:cNvSpPr>
          <p:nvPr/>
        </p:nvSpPr>
        <p:spPr>
          <a:xfrm xmlns:a="http://schemas.openxmlformats.org/drawingml/2006/main">
            <a:off x="6400800" y="2009775"/>
            <a:ext cx="2133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Records, photos, AI audit</a:t>
            </a:r>
          </a:p>
        </p:txBody>
      </p:sp>
      <p:sp>
        <p:nvSpPr>
          <p:cNvPr id="121" name="">
            <a:extLst xmlns:a="http://schemas.openxmlformats.org/drawingml/2006/main">
              <a:ext uri="{FF2B5EF4-FFF2-40B4-BE49-F238E27FC236}">
                <a16:creationId xmlns:a16="http://schemas.microsoft.com/office/drawing/2014/main" id="{D5013B7C-B133-4C73-9EC5-B4C6D7CB9C77}"/>
              </a:ext>
            </a:extLst>
          </p:cNvPr>
          <p:cNvSpPr>
            <a:spLocks xmlns:a="http://schemas.openxmlformats.org/drawingml/2006/main" noGrp="1"/>
          </p:cNvSpPr>
          <p:nvPr/>
        </p:nvSpPr>
        <p:spPr>
          <a:xfrm xmlns:a="http://schemas.openxmlformats.org/drawingml/2006/main">
            <a:off x="2800350" y="1895475"/>
            <a:ext cx="342900" cy="190500"/>
          </a:xfrm>
          <a:prstGeom xmlns:a="http://schemas.openxmlformats.org/drawingml/2006/main" prst="rightArrow">
            <a:avLst/>
          </a:prstGeom>
          <a:solidFill xmlns:a="http://schemas.openxmlformats.org/drawingml/2006/main">
            <a:srgbClr val="111111"/>
          </a:solidFill>
          <a:ln xmlns:a="http://schemas.openxmlformats.org/drawingml/2006/main" w="0">
            <a:solidFill>
              <a:srgbClr val="111111"/>
            </a:solidFill>
          </a:ln>
        </p:spPr>
      </p:sp>
      <p:sp>
        <p:nvSpPr>
          <p:cNvPr id="122" name="">
            <a:extLst xmlns:a="http://schemas.openxmlformats.org/drawingml/2006/main">
              <a:ext uri="{FF2B5EF4-FFF2-40B4-BE49-F238E27FC236}">
                <a16:creationId xmlns:a16="http://schemas.microsoft.com/office/drawing/2014/main" id="{5D53D66A-7B23-48EE-85B3-9C2413B0F196}"/>
              </a:ext>
            </a:extLst>
          </p:cNvPr>
          <p:cNvSpPr>
            <a:spLocks xmlns:a="http://schemas.openxmlformats.org/drawingml/2006/main" noGrp="1"/>
          </p:cNvSpPr>
          <p:nvPr/>
        </p:nvSpPr>
        <p:spPr>
          <a:xfrm xmlns:a="http://schemas.openxmlformats.org/drawingml/2006/main">
            <a:off x="5791200" y="1895475"/>
            <a:ext cx="342900" cy="190500"/>
          </a:xfrm>
          <a:prstGeom xmlns:a="http://schemas.openxmlformats.org/drawingml/2006/main" prst="rightArrow">
            <a:avLst/>
          </a:prstGeom>
          <a:solidFill xmlns:a="http://schemas.openxmlformats.org/drawingml/2006/main">
            <a:srgbClr val="111111"/>
          </a:solidFill>
          <a:ln xmlns:a="http://schemas.openxmlformats.org/drawingml/2006/main" w="0">
            <a:solidFill>
              <a:srgbClr val="111111"/>
            </a:solidFill>
          </a:ln>
        </p:spPr>
      </p:sp>
      <p:sp>
        <p:nvSpPr>
          <p:cNvPr id="123" name="identity">
            <a:extLst xmlns:a="http://schemas.openxmlformats.org/drawingml/2006/main">
              <a:ext uri="{FF2B5EF4-FFF2-40B4-BE49-F238E27FC236}">
                <a16:creationId xmlns:a16="http://schemas.microsoft.com/office/drawing/2014/main" id="{34DB2FF2-064E-4DA6-B10C-0C9142758F28}"/>
              </a:ext>
            </a:extLst>
          </p:cNvPr>
          <p:cNvSpPr>
            <a:spLocks xmlns:a="http://schemas.openxmlformats.org/drawingml/2006/main" noGrp="1"/>
          </p:cNvSpPr>
          <p:nvPr/>
        </p:nvSpPr>
        <p:spPr>
          <a:xfrm xmlns:a="http://schemas.openxmlformats.org/drawingml/2006/main">
            <a:off x="495300" y="3114675"/>
            <a:ext cx="2190750"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24" name="identity-label">
            <a:extLst xmlns:a="http://schemas.openxmlformats.org/drawingml/2006/main">
              <a:ext uri="{FF2B5EF4-FFF2-40B4-BE49-F238E27FC236}">
                <a16:creationId xmlns:a16="http://schemas.microsoft.com/office/drawing/2014/main" id="{65B97A97-7CFC-4413-99C6-447968B0BB56}"/>
              </a:ext>
            </a:extLst>
          </p:cNvPr>
          <p:cNvSpPr>
            <a:spLocks xmlns:a="http://schemas.openxmlformats.org/drawingml/2006/main" noGrp="1"/>
          </p:cNvSpPr>
          <p:nvPr/>
        </p:nvSpPr>
        <p:spPr>
          <a:xfrm xmlns:a="http://schemas.openxmlformats.org/drawingml/2006/main">
            <a:off x="609600" y="3228975"/>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Firebase Auth</a:t>
            </a:r>
          </a:p>
        </p:txBody>
      </p:sp>
      <p:sp>
        <p:nvSpPr>
          <p:cNvPr id="125" name="identity-sub">
            <a:extLst xmlns:a="http://schemas.openxmlformats.org/drawingml/2006/main">
              <a:ext uri="{FF2B5EF4-FFF2-40B4-BE49-F238E27FC236}">
                <a16:creationId xmlns:a16="http://schemas.microsoft.com/office/drawing/2014/main" id="{D0216503-3641-430C-AC93-30EDE7C968FE}"/>
              </a:ext>
            </a:extLst>
          </p:cNvPr>
          <p:cNvSpPr>
            <a:spLocks xmlns:a="http://schemas.openxmlformats.org/drawingml/2006/main" noGrp="1"/>
          </p:cNvSpPr>
          <p:nvPr/>
        </p:nvSpPr>
        <p:spPr>
          <a:xfrm xmlns:a="http://schemas.openxmlformats.org/drawingml/2006/main">
            <a:off x="609600" y="3562350"/>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Identity and demo roles</a:t>
            </a:r>
          </a:p>
        </p:txBody>
      </p:sp>
      <p:sp>
        <p:nvSpPr>
          <p:cNvPr id="126" name="ai">
            <a:extLst xmlns:a="http://schemas.openxmlformats.org/drawingml/2006/main">
              <a:ext uri="{FF2B5EF4-FFF2-40B4-BE49-F238E27FC236}">
                <a16:creationId xmlns:a16="http://schemas.microsoft.com/office/drawing/2014/main" id="{99D2CD80-EAB2-406F-958C-4B8E0D44A68A}"/>
              </a:ext>
            </a:extLst>
          </p:cNvPr>
          <p:cNvSpPr>
            <a:spLocks xmlns:a="http://schemas.openxmlformats.org/drawingml/2006/main" noGrp="1"/>
          </p:cNvSpPr>
          <p:nvPr/>
        </p:nvSpPr>
        <p:spPr>
          <a:xfrm xmlns:a="http://schemas.openxmlformats.org/drawingml/2006/main">
            <a:off x="3286125" y="3114675"/>
            <a:ext cx="2381250"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27" name="ai-label">
            <a:extLst xmlns:a="http://schemas.openxmlformats.org/drawingml/2006/main">
              <a:ext uri="{FF2B5EF4-FFF2-40B4-BE49-F238E27FC236}">
                <a16:creationId xmlns:a16="http://schemas.microsoft.com/office/drawing/2014/main" id="{4072CC2A-C32E-4D2E-B9B3-3812263D0B68}"/>
              </a:ext>
            </a:extLst>
          </p:cNvPr>
          <p:cNvSpPr>
            <a:spLocks xmlns:a="http://schemas.openxmlformats.org/drawingml/2006/main" noGrp="1"/>
          </p:cNvSpPr>
          <p:nvPr/>
        </p:nvSpPr>
        <p:spPr>
          <a:xfrm xmlns:a="http://schemas.openxmlformats.org/drawingml/2006/main">
            <a:off x="3400425" y="3228975"/>
            <a:ext cx="2152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Gemini on Vertex AI</a:t>
            </a:r>
          </a:p>
        </p:txBody>
      </p:sp>
      <p:sp>
        <p:nvSpPr>
          <p:cNvPr id="128" name="ai-sub">
            <a:extLst xmlns:a="http://schemas.openxmlformats.org/drawingml/2006/main">
              <a:ext uri="{FF2B5EF4-FFF2-40B4-BE49-F238E27FC236}">
                <a16:creationId xmlns:a16="http://schemas.microsoft.com/office/drawing/2014/main" id="{0FC65709-6C23-4956-94C9-94F561C25C43}"/>
              </a:ext>
            </a:extLst>
          </p:cNvPr>
          <p:cNvSpPr>
            <a:spLocks xmlns:a="http://schemas.openxmlformats.org/drawingml/2006/main" noGrp="1"/>
          </p:cNvSpPr>
          <p:nvPr/>
        </p:nvSpPr>
        <p:spPr>
          <a:xfrm xmlns:a="http://schemas.openxmlformats.org/drawingml/2006/main">
            <a:off x="3400425" y="3562350"/>
            <a:ext cx="2152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Draft, select, observe</a:t>
            </a:r>
          </a:p>
        </p:txBody>
      </p:sp>
      <p:sp>
        <p:nvSpPr>
          <p:cNvPr id="129" name="core">
            <a:extLst xmlns:a="http://schemas.openxmlformats.org/drawingml/2006/main">
              <a:ext uri="{FF2B5EF4-FFF2-40B4-BE49-F238E27FC236}">
                <a16:creationId xmlns:a16="http://schemas.microsoft.com/office/drawing/2014/main" id="{A1797110-52B3-4B2F-B95D-825232A6E9E2}"/>
              </a:ext>
            </a:extLst>
          </p:cNvPr>
          <p:cNvSpPr>
            <a:spLocks xmlns:a="http://schemas.openxmlformats.org/drawingml/2006/main" noGrp="1"/>
          </p:cNvSpPr>
          <p:nvPr/>
        </p:nvSpPr>
        <p:spPr>
          <a:xfrm xmlns:a="http://schemas.openxmlformats.org/drawingml/2006/main">
            <a:off x="6286500" y="3114675"/>
            <a:ext cx="2362200"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ln>
        </p:spPr>
      </p:sp>
      <p:sp>
        <p:nvSpPr>
          <p:cNvPr id="130" name="core-label">
            <a:extLst xmlns:a="http://schemas.openxmlformats.org/drawingml/2006/main">
              <a:ext uri="{FF2B5EF4-FFF2-40B4-BE49-F238E27FC236}">
                <a16:creationId xmlns:a16="http://schemas.microsoft.com/office/drawing/2014/main" id="{B6EAE53C-A378-4CE0-B9F1-3049D608D86D}"/>
              </a:ext>
            </a:extLst>
          </p:cNvPr>
          <p:cNvSpPr>
            <a:spLocks xmlns:a="http://schemas.openxmlformats.org/drawingml/2006/main" noGrp="1"/>
          </p:cNvSpPr>
          <p:nvPr/>
        </p:nvSpPr>
        <p:spPr>
          <a:xfrm xmlns:a="http://schemas.openxmlformats.org/drawingml/2006/main">
            <a:off x="6400800" y="3228975"/>
            <a:ext cx="2133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Deterministic core</a:t>
            </a:r>
          </a:p>
        </p:txBody>
      </p:sp>
      <p:sp>
        <p:nvSpPr>
          <p:cNvPr id="131" name="core-sub">
            <a:extLst xmlns:a="http://schemas.openxmlformats.org/drawingml/2006/main">
              <a:ext uri="{FF2B5EF4-FFF2-40B4-BE49-F238E27FC236}">
                <a16:creationId xmlns:a16="http://schemas.microsoft.com/office/drawing/2014/main" id="{036EBD7B-5939-4683-A2CA-7A26E255D97F}"/>
              </a:ext>
            </a:extLst>
          </p:cNvPr>
          <p:cNvSpPr>
            <a:spLocks xmlns:a="http://schemas.openxmlformats.org/drawingml/2006/main" noGrp="1"/>
          </p:cNvSpPr>
          <p:nvPr/>
        </p:nvSpPr>
        <p:spPr>
          <a:xfrm xmlns:a="http://schemas.openxmlformats.org/drawingml/2006/main">
            <a:off x="6400800" y="3562350"/>
            <a:ext cx="2133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a:solidFill>
                  <a:srgbClr val="111111"/>
                </a:solidFill>
                <a:latin typeface="Google Sans Flex"/>
                <a:ea typeface="Google Sans Flex"/>
                <a:cs typeface="Google Sans Flex"/>
              </a:defRPr>
            </a:defPPr>
            <a:lvl1pPr>
              <a:defRPr sz="1200">
                <a:solidFill>
                  <a:srgbClr val="111111"/>
                </a:solidFill>
                <a:latin typeface="Google Sans Flex"/>
                <a:ea typeface="Google Sans Flex"/>
                <a:cs typeface="Google Sans Flex"/>
              </a:defRPr>
            </a:lvl1pPr>
            <a:lvl2pPr>
              <a:defRPr sz="1200">
                <a:solidFill>
                  <a:srgbClr val="111111"/>
                </a:solidFill>
                <a:latin typeface="Google Sans Flex"/>
                <a:ea typeface="Google Sans Flex"/>
                <a:cs typeface="Google Sans Flex"/>
              </a:defRPr>
            </a:lvl2pPr>
            <a:lvl3pPr>
              <a:defRPr sz="1200">
                <a:solidFill>
                  <a:srgbClr val="111111"/>
                </a:solidFill>
                <a:latin typeface="Google Sans Flex"/>
                <a:ea typeface="Google Sans Flex"/>
                <a:cs typeface="Google Sans Flex"/>
              </a:defRPr>
            </a:lvl3pPr>
            <a:lvl4pPr>
              <a:defRPr sz="1200">
                <a:solidFill>
                  <a:srgbClr val="111111"/>
                </a:solidFill>
                <a:latin typeface="Google Sans Flex"/>
                <a:ea typeface="Google Sans Flex"/>
                <a:cs typeface="Google Sans Flex"/>
              </a:defRPr>
            </a:lvl4pPr>
            <a:lvl5pPr>
              <a:defRPr sz="1200">
                <a:solidFill>
                  <a:srgbClr val="111111"/>
                </a:solidFill>
                <a:latin typeface="Google Sans Flex"/>
                <a:ea typeface="Google Sans Flex"/>
                <a:cs typeface="Google Sans Flex"/>
              </a:defRPr>
            </a:lvl5pPr>
            <a:lvl6pPr>
              <a:defRPr sz="1200">
                <a:solidFill>
                  <a:srgbClr val="111111"/>
                </a:solidFill>
                <a:latin typeface="Google Sans Flex"/>
                <a:ea typeface="Google Sans Flex"/>
                <a:cs typeface="Google Sans Flex"/>
              </a:defRPr>
            </a:lvl6pPr>
            <a:lvl7pPr>
              <a:defRPr sz="1200">
                <a:solidFill>
                  <a:srgbClr val="111111"/>
                </a:solidFill>
                <a:latin typeface="Google Sans Flex"/>
                <a:ea typeface="Google Sans Flex"/>
                <a:cs typeface="Google Sans Flex"/>
              </a:defRPr>
            </a:lvl7pPr>
            <a:lvl8pPr>
              <a:defRPr sz="1200">
                <a:solidFill>
                  <a:srgbClr val="111111"/>
                </a:solidFill>
                <a:latin typeface="Google Sans Flex"/>
                <a:ea typeface="Google Sans Flex"/>
                <a:cs typeface="Google Sans Flex"/>
              </a:defRPr>
            </a:lvl8pPr>
            <a:lvl9pPr>
              <a:defRPr sz="1200">
                <a:solidFill>
                  <a:srgbClr val="111111"/>
                </a:solidFill>
                <a:latin typeface="Google Sans Flex"/>
                <a:ea typeface="Google Sans Flex"/>
                <a:cs typeface="Google Sans Flex"/>
              </a:defRPr>
            </a:lvl9pPr>
          </a:lstStyle>
          <a:p xmlns:a="http://schemas.openxmlformats.org/drawingml/2006/main">
            <a:pPr>
              <a:defRPr sz="1200">
                <a:solidFill>
                  <a:srgbClr val="111111"/>
                </a:solidFill>
                <a:latin typeface="Google Sans Flex"/>
                <a:ea typeface="Google Sans Flex"/>
                <a:cs typeface="Google Sans Flex"/>
              </a:defRPr>
            </a:pPr>
            <a:r>
              <a:rPr sz="1200">
                <a:solidFill>
                  <a:srgbClr val="111111"/>
                </a:solidFill>
                <a:latin typeface="Google Sans Flex"/>
                <a:ea typeface="Google Sans Flex"/>
                <a:cs typeface="Google Sans Flex"/>
              </a:rPr>
              <a:t>In-process rules + verifiers</a:t>
            </a:r>
          </a:p>
        </p:txBody>
      </p:sp>
      <p:sp>
        <p:nvSpPr>
          <p:cNvPr id="132" name="">
            <a:extLst xmlns:a="http://schemas.openxmlformats.org/drawingml/2006/main">
              <a:ext uri="{FF2B5EF4-FFF2-40B4-BE49-F238E27FC236}">
                <a16:creationId xmlns:a16="http://schemas.microsoft.com/office/drawing/2014/main" id="{F2A089AB-5FE5-4ABD-BF3B-3A7CF2F18653}"/>
              </a:ext>
            </a:extLst>
          </p:cNvPr>
          <p:cNvSpPr>
            <a:spLocks xmlns:a="http://schemas.openxmlformats.org/drawingml/2006/main" noGrp="1"/>
          </p:cNvSpPr>
          <p:nvPr/>
        </p:nvSpPr>
        <p:spPr>
          <a:xfrm xmlns:a="http://schemas.openxmlformats.org/drawingml/2006/main">
            <a:off x="1476375" y="2647950"/>
            <a:ext cx="190500" cy="285750"/>
          </a:xfrm>
          <a:prstGeom xmlns:a="http://schemas.openxmlformats.org/drawingml/2006/main" prst="upArrow">
            <a:avLst/>
          </a:prstGeom>
          <a:solidFill xmlns:a="http://schemas.openxmlformats.org/drawingml/2006/main">
            <a:srgbClr val="111111"/>
          </a:solidFill>
          <a:ln xmlns:a="http://schemas.openxmlformats.org/drawingml/2006/main" w="0">
            <a:solidFill>
              <a:srgbClr val="111111"/>
            </a:solidFill>
          </a:ln>
        </p:spPr>
      </p:sp>
      <p:sp>
        <p:nvSpPr>
          <p:cNvPr id="133" name="">
            <a:extLst xmlns:a="http://schemas.openxmlformats.org/drawingml/2006/main">
              <a:ext uri="{FF2B5EF4-FFF2-40B4-BE49-F238E27FC236}">
                <a16:creationId xmlns:a16="http://schemas.microsoft.com/office/drawing/2014/main" id="{5D45BC80-B068-4873-A7C1-35F5974AFA6A}"/>
              </a:ext>
            </a:extLst>
          </p:cNvPr>
          <p:cNvSpPr>
            <a:spLocks xmlns:a="http://schemas.openxmlformats.org/drawingml/2006/main" noGrp="1"/>
          </p:cNvSpPr>
          <p:nvPr/>
        </p:nvSpPr>
        <p:spPr>
          <a:xfrm xmlns:a="http://schemas.openxmlformats.org/drawingml/2006/main">
            <a:off x="4381500" y="2647950"/>
            <a:ext cx="190500" cy="285750"/>
          </a:xfrm>
          <a:prstGeom xmlns:a="http://schemas.openxmlformats.org/drawingml/2006/main" prst="downArrow">
            <a:avLst/>
          </a:prstGeom>
          <a:solidFill xmlns:a="http://schemas.openxmlformats.org/drawingml/2006/main">
            <a:srgbClr val="111111"/>
          </a:solidFill>
          <a:ln xmlns:a="http://schemas.openxmlformats.org/drawingml/2006/main" w="0">
            <a:solidFill>
              <a:srgbClr val="111111"/>
            </a:solidFill>
          </a:ln>
        </p:spPr>
      </p:sp>
      <p:sp>
        <p:nvSpPr>
          <p:cNvPr id="134" name="architecture-note">
            <a:extLst xmlns:a="http://schemas.openxmlformats.org/drawingml/2006/main">
              <a:ext uri="{FF2B5EF4-FFF2-40B4-BE49-F238E27FC236}">
                <a16:creationId xmlns:a16="http://schemas.microsoft.com/office/drawing/2014/main" id="{68D6F710-AB4E-4480-996E-D5C34581A7A1}"/>
              </a:ext>
            </a:extLst>
          </p:cNvPr>
          <p:cNvSpPr>
            <a:spLocks xmlns:a="http://schemas.openxmlformats.org/drawingml/2006/main" noGrp="1"/>
          </p:cNvSpPr>
          <p:nvPr/>
        </p:nvSpPr>
        <p:spPr>
          <a:xfrm xmlns:a="http://schemas.openxmlformats.org/drawingml/2006/main">
            <a:off x="495300" y="4333875"/>
            <a:ext cx="815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API owns all writes. Browser reads are read-only. Schema checks, one repair retry, then a safe fallback.</a:t>
            </a:r>
          </a:p>
        </p:txBody>
      </p:sp>
    </p:spTree>
    <p:extLst>
      <p:ext uri="{BB962C8B-B14F-4D97-AF65-F5344CB8AC3E}">
        <p14:creationId xmlns:p14="http://schemas.microsoft.com/office/powerpoint/2010/main" val="106605253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16" name="Google Shape;116;p21">
            <a:extLst xmlns:a="http://schemas.openxmlformats.org/drawingml/2006/main">
              <a:ext uri="{FF2B5EF4-FFF2-40B4-BE49-F238E27FC236}">
                <a16:creationId xmlns:a16="http://schemas.microsoft.com/office/drawing/2014/main" id="{74560A73-29E2-4521-A561-A87650646F5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29f578eae9c403c">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17" name="Google Shape;117;p21">
            <a:extLst xmlns:a="http://schemas.openxmlformats.org/drawingml/2006/main">
              <a:ext uri="{FF2B5EF4-FFF2-40B4-BE49-F238E27FC236}">
                <a16:creationId xmlns:a16="http://schemas.microsoft.com/office/drawing/2014/main" id="{6BB6F0E4-753D-483D-BEBB-1C223C1FB547}"/>
              </a:ext>
            </a:extLst>
          </p:cNvPr>
          <p:cNvPicPr>
            <a:picLocks xmlns:a="http://schemas.openxmlformats.org/drawingml/2006/main" noChangeAspect="1"/>
          </p:cNvPicPr>
          <p:nvPr/>
        </p:nvPicPr>
        <p:blipFill>
          <a:blip xmlns:r="http://schemas.openxmlformats.org/officeDocument/2006/relationships" xmlns:a="http://schemas.openxmlformats.org/drawingml/2006/main" r:embed="Reb525b169f2c401a">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8" name="Google Shape;118;p21">
            <a:extLst xmlns:a="http://schemas.openxmlformats.org/drawingml/2006/main">
              <a:ext uri="{FF2B5EF4-FFF2-40B4-BE49-F238E27FC236}">
                <a16:creationId xmlns:a16="http://schemas.microsoft.com/office/drawing/2014/main" id="{F414A483-B210-4DC8-AC7B-6E03C39664B1}"/>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9" name="Google Shape;119;p21">
            <a:extLst xmlns:a="http://schemas.openxmlformats.org/drawingml/2006/main">
              <a:ext uri="{FF2B5EF4-FFF2-40B4-BE49-F238E27FC236}">
                <a16:creationId xmlns:a16="http://schemas.microsoft.com/office/drawing/2014/main" id="{5FF7A927-72DB-4766-A9FC-8264B7131ED7}"/>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Technologies to be used in the solution</a:t>
            </a:r>
            <a:endParaRPr sz="1600">
              <a:latin typeface="Google Sans Flex Medium"/>
              <a:ea typeface="Google Sans Flex Medium"/>
              <a:cs typeface="Google Sans Flex Medium"/>
            </a:endParaRPr>
          </a:p>
        </p:txBody>
      </p:sp>
      <p:sp>
        <p:nvSpPr>
          <p:cNvPr id="120" name="tech-a-0">
            <a:extLst xmlns:a="http://schemas.openxmlformats.org/drawingml/2006/main">
              <a:ext uri="{FF2B5EF4-FFF2-40B4-BE49-F238E27FC236}">
                <a16:creationId xmlns:a16="http://schemas.microsoft.com/office/drawing/2014/main" id="{4D9159B4-EC59-43B6-917F-1B29D750B6B2}"/>
              </a:ext>
            </a:extLst>
          </p:cNvPr>
          <p:cNvSpPr>
            <a:spLocks xmlns:a="http://schemas.openxmlformats.org/drawingml/2006/main" noGrp="1"/>
          </p:cNvSpPr>
          <p:nvPr/>
        </p:nvSpPr>
        <p:spPr>
          <a:xfrm xmlns:a="http://schemas.openxmlformats.org/drawingml/2006/main">
            <a:off x="495300" y="143827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Interface</a:t>
            </a:r>
          </a:p>
        </p:txBody>
      </p:sp>
      <p:sp>
        <p:nvSpPr>
          <p:cNvPr id="121" name="tech-b-0">
            <a:extLst xmlns:a="http://schemas.openxmlformats.org/drawingml/2006/main">
              <a:ext uri="{FF2B5EF4-FFF2-40B4-BE49-F238E27FC236}">
                <a16:creationId xmlns:a16="http://schemas.microsoft.com/office/drawing/2014/main" id="{B63918D8-2287-43ED-A7C5-F64396660345}"/>
              </a:ext>
            </a:extLst>
          </p:cNvPr>
          <p:cNvSpPr>
            <a:spLocks xmlns:a="http://schemas.openxmlformats.org/drawingml/2006/main" noGrp="1"/>
          </p:cNvSpPr>
          <p:nvPr/>
        </p:nvSpPr>
        <p:spPr>
          <a:xfrm xmlns:a="http://schemas.openxmlformats.org/drawingml/2006/main">
            <a:off x="2495550" y="1438275"/>
            <a:ext cx="615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React 19, TypeScript, Vite, Tailwind, Motion, MapLibre</a:t>
            </a:r>
          </a:p>
        </p:txBody>
      </p:sp>
      <p:sp>
        <p:nvSpPr>
          <p:cNvPr id="122" name="tech-line-0">
            <a:extLst xmlns:a="http://schemas.openxmlformats.org/drawingml/2006/main">
              <a:ext uri="{FF2B5EF4-FFF2-40B4-BE49-F238E27FC236}">
                <a16:creationId xmlns:a16="http://schemas.microsoft.com/office/drawing/2014/main" id="{94A65C83-DD09-406F-97EC-4743F052A4C6}"/>
              </a:ext>
            </a:extLst>
          </p:cNvPr>
          <p:cNvSpPr>
            <a:spLocks xmlns:a="http://schemas.openxmlformats.org/drawingml/2006/main" noGrp="1"/>
          </p:cNvSpPr>
          <p:nvPr/>
        </p:nvSpPr>
        <p:spPr>
          <a:xfrm xmlns:a="http://schemas.openxmlformats.org/drawingml/2006/main">
            <a:off x="495300" y="1838325"/>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23" name="tech-a-1">
            <a:extLst xmlns:a="http://schemas.openxmlformats.org/drawingml/2006/main">
              <a:ext uri="{FF2B5EF4-FFF2-40B4-BE49-F238E27FC236}">
                <a16:creationId xmlns:a16="http://schemas.microsoft.com/office/drawing/2014/main" id="{489CC8E4-9398-4C74-ABD3-CDAC32B32040}"/>
              </a:ext>
            </a:extLst>
          </p:cNvPr>
          <p:cNvSpPr>
            <a:spLocks xmlns:a="http://schemas.openxmlformats.org/drawingml/2006/main" noGrp="1"/>
          </p:cNvSpPr>
          <p:nvPr/>
        </p:nvSpPr>
        <p:spPr>
          <a:xfrm xmlns:a="http://schemas.openxmlformats.org/drawingml/2006/main">
            <a:off x="495300" y="194310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Google services</a:t>
            </a:r>
          </a:p>
        </p:txBody>
      </p:sp>
      <p:sp>
        <p:nvSpPr>
          <p:cNvPr id="124" name="tech-b-1">
            <a:extLst xmlns:a="http://schemas.openxmlformats.org/drawingml/2006/main">
              <a:ext uri="{FF2B5EF4-FFF2-40B4-BE49-F238E27FC236}">
                <a16:creationId xmlns:a16="http://schemas.microsoft.com/office/drawing/2014/main" id="{F3097206-70AB-4D1B-BE6B-8B97C1239234}"/>
              </a:ext>
            </a:extLst>
          </p:cNvPr>
          <p:cNvSpPr>
            <a:spLocks xmlns:a="http://schemas.openxmlformats.org/drawingml/2006/main" noGrp="1"/>
          </p:cNvSpPr>
          <p:nvPr/>
        </p:nvSpPr>
        <p:spPr>
          <a:xfrm xmlns:a="http://schemas.openxmlformats.org/drawingml/2006/main">
            <a:off x="2495550" y="1943100"/>
            <a:ext cx="615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Firebase Hosting / Auth / Storage; Firestore; Cloud Run</a:t>
            </a:r>
          </a:p>
        </p:txBody>
      </p:sp>
      <p:sp>
        <p:nvSpPr>
          <p:cNvPr id="125" name="tech-line-1">
            <a:extLst xmlns:a="http://schemas.openxmlformats.org/drawingml/2006/main">
              <a:ext uri="{FF2B5EF4-FFF2-40B4-BE49-F238E27FC236}">
                <a16:creationId xmlns:a16="http://schemas.microsoft.com/office/drawing/2014/main" id="{793BAC89-A5B0-45AC-B2C3-88E0336CB7E2}"/>
              </a:ext>
            </a:extLst>
          </p:cNvPr>
          <p:cNvSpPr>
            <a:spLocks xmlns:a="http://schemas.openxmlformats.org/drawingml/2006/main" noGrp="1"/>
          </p:cNvSpPr>
          <p:nvPr/>
        </p:nvSpPr>
        <p:spPr>
          <a:xfrm xmlns:a="http://schemas.openxmlformats.org/drawingml/2006/main">
            <a:off x="495300" y="2343150"/>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26" name="tech-a-2">
            <a:extLst xmlns:a="http://schemas.openxmlformats.org/drawingml/2006/main">
              <a:ext uri="{FF2B5EF4-FFF2-40B4-BE49-F238E27FC236}">
                <a16:creationId xmlns:a16="http://schemas.microsoft.com/office/drawing/2014/main" id="{E8B6A6F4-CE2A-4EAC-89DF-A25C0726905F}"/>
              </a:ext>
            </a:extLst>
          </p:cNvPr>
          <p:cNvSpPr>
            <a:spLocks xmlns:a="http://schemas.openxmlformats.org/drawingml/2006/main" noGrp="1"/>
          </p:cNvSpPr>
          <p:nvPr/>
        </p:nvSpPr>
        <p:spPr>
          <a:xfrm xmlns:a="http://schemas.openxmlformats.org/drawingml/2006/main">
            <a:off x="495300" y="244792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AI integration</a:t>
            </a:r>
          </a:p>
        </p:txBody>
      </p:sp>
      <p:sp>
        <p:nvSpPr>
          <p:cNvPr id="127" name="tech-b-2">
            <a:extLst xmlns:a="http://schemas.openxmlformats.org/drawingml/2006/main">
              <a:ext uri="{FF2B5EF4-FFF2-40B4-BE49-F238E27FC236}">
                <a16:creationId xmlns:a16="http://schemas.microsoft.com/office/drawing/2014/main" id="{D15329A0-5780-4C34-B8AA-04D8FE52B1A9}"/>
              </a:ext>
            </a:extLst>
          </p:cNvPr>
          <p:cNvSpPr>
            <a:spLocks xmlns:a="http://schemas.openxmlformats.org/drawingml/2006/main" noGrp="1"/>
          </p:cNvSpPr>
          <p:nvPr/>
        </p:nvSpPr>
        <p:spPr>
          <a:xfrm xmlns:a="http://schemas.openxmlformats.org/drawingml/2006/main">
            <a:off x="2495550" y="2447925"/>
            <a:ext cx="615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Gemini on Vertex AI; schema and task verifiers</a:t>
            </a:r>
          </a:p>
        </p:txBody>
      </p:sp>
      <p:sp>
        <p:nvSpPr>
          <p:cNvPr id="128" name="tech-line-2">
            <a:extLst xmlns:a="http://schemas.openxmlformats.org/drawingml/2006/main">
              <a:ext uri="{FF2B5EF4-FFF2-40B4-BE49-F238E27FC236}">
                <a16:creationId xmlns:a16="http://schemas.microsoft.com/office/drawing/2014/main" id="{DA768DE6-2A30-43C9-93B2-30494569690F}"/>
              </a:ext>
            </a:extLst>
          </p:cNvPr>
          <p:cNvSpPr>
            <a:spLocks xmlns:a="http://schemas.openxmlformats.org/drawingml/2006/main" noGrp="1"/>
          </p:cNvSpPr>
          <p:nvPr/>
        </p:nvSpPr>
        <p:spPr>
          <a:xfrm xmlns:a="http://schemas.openxmlformats.org/drawingml/2006/main">
            <a:off x="495300" y="2847975"/>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29" name="tech-a-3">
            <a:extLst xmlns:a="http://schemas.openxmlformats.org/drawingml/2006/main">
              <a:ext uri="{FF2B5EF4-FFF2-40B4-BE49-F238E27FC236}">
                <a16:creationId xmlns:a16="http://schemas.microsoft.com/office/drawing/2014/main" id="{7207DD82-ACB3-4E46-BD66-FFE9C1917917}"/>
              </a:ext>
            </a:extLst>
          </p:cNvPr>
          <p:cNvSpPr>
            <a:spLocks xmlns:a="http://schemas.openxmlformats.org/drawingml/2006/main" noGrp="1"/>
          </p:cNvSpPr>
          <p:nvPr/>
        </p:nvSpPr>
        <p:spPr>
          <a:xfrm xmlns:a="http://schemas.openxmlformats.org/drawingml/2006/main">
            <a:off x="495300" y="29527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API and domain</a:t>
            </a:r>
          </a:p>
        </p:txBody>
      </p:sp>
      <p:sp>
        <p:nvSpPr>
          <p:cNvPr id="130" name="tech-b-3">
            <a:extLst xmlns:a="http://schemas.openxmlformats.org/drawingml/2006/main">
              <a:ext uri="{FF2B5EF4-FFF2-40B4-BE49-F238E27FC236}">
                <a16:creationId xmlns:a16="http://schemas.microsoft.com/office/drawing/2014/main" id="{AE6DD89A-36FA-4F41-9B54-15C5611C3DE2}"/>
              </a:ext>
            </a:extLst>
          </p:cNvPr>
          <p:cNvSpPr>
            <a:spLocks xmlns:a="http://schemas.openxmlformats.org/drawingml/2006/main" noGrp="1"/>
          </p:cNvSpPr>
          <p:nvPr/>
        </p:nvSpPr>
        <p:spPr>
          <a:xfrm xmlns:a="http://schemas.openxmlformats.org/drawingml/2006/main">
            <a:off x="2495550" y="2952750"/>
            <a:ext cx="615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Node.js, Hono, firebase-admin, shared deterministic rules</a:t>
            </a:r>
          </a:p>
        </p:txBody>
      </p:sp>
      <p:sp>
        <p:nvSpPr>
          <p:cNvPr id="131" name="tech-line-3">
            <a:extLst xmlns:a="http://schemas.openxmlformats.org/drawingml/2006/main">
              <a:ext uri="{FF2B5EF4-FFF2-40B4-BE49-F238E27FC236}">
                <a16:creationId xmlns:a16="http://schemas.microsoft.com/office/drawing/2014/main" id="{26853F4A-6566-4676-8CD3-6E021E567F47}"/>
              </a:ext>
            </a:extLst>
          </p:cNvPr>
          <p:cNvSpPr>
            <a:spLocks xmlns:a="http://schemas.openxmlformats.org/drawingml/2006/main" noGrp="1"/>
          </p:cNvSpPr>
          <p:nvPr/>
        </p:nvSpPr>
        <p:spPr>
          <a:xfrm xmlns:a="http://schemas.openxmlformats.org/drawingml/2006/main">
            <a:off x="495300" y="3352800"/>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32" name="tech-a-4">
            <a:extLst xmlns:a="http://schemas.openxmlformats.org/drawingml/2006/main">
              <a:ext uri="{FF2B5EF4-FFF2-40B4-BE49-F238E27FC236}">
                <a16:creationId xmlns:a16="http://schemas.microsoft.com/office/drawing/2014/main" id="{C4539B61-50C9-4271-B80D-F8878C34C88A}"/>
              </a:ext>
            </a:extLst>
          </p:cNvPr>
          <p:cNvSpPr>
            <a:spLocks xmlns:a="http://schemas.openxmlformats.org/drawingml/2006/main" noGrp="1"/>
          </p:cNvSpPr>
          <p:nvPr/>
        </p:nvSpPr>
        <p:spPr>
          <a:xfrm xmlns:a="http://schemas.openxmlformats.org/drawingml/2006/main">
            <a:off x="495300" y="345757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Privacy</a:t>
            </a:r>
          </a:p>
        </p:txBody>
      </p:sp>
      <p:sp>
        <p:nvSpPr>
          <p:cNvPr id="133" name="tech-b-4">
            <a:extLst xmlns:a="http://schemas.openxmlformats.org/drawingml/2006/main">
              <a:ext uri="{FF2B5EF4-FFF2-40B4-BE49-F238E27FC236}">
                <a16:creationId xmlns:a16="http://schemas.microsoft.com/office/drawing/2014/main" id="{C2F12302-4B89-46CC-B709-0598CAB553E8}"/>
              </a:ext>
            </a:extLst>
          </p:cNvPr>
          <p:cNvSpPr>
            <a:spLocks xmlns:a="http://schemas.openxmlformats.org/drawingml/2006/main" noGrp="1"/>
          </p:cNvSpPr>
          <p:nvPr/>
        </p:nvSpPr>
        <p:spPr>
          <a:xfrm xmlns:a="http://schemas.openxmlformats.org/drawingml/2006/main">
            <a:off x="2495550" y="3457575"/>
            <a:ext cx="615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API-only writes, EXIF removal, PII scrub, private citizen audio</a:t>
            </a:r>
          </a:p>
        </p:txBody>
      </p:sp>
      <p:sp>
        <p:nvSpPr>
          <p:cNvPr id="134" name="tech-line-4">
            <a:extLst xmlns:a="http://schemas.openxmlformats.org/drawingml/2006/main">
              <a:ext uri="{FF2B5EF4-FFF2-40B4-BE49-F238E27FC236}">
                <a16:creationId xmlns:a16="http://schemas.microsoft.com/office/drawing/2014/main" id="{E1C724B4-7BD8-44AE-B105-738282C82DE4}"/>
              </a:ext>
            </a:extLst>
          </p:cNvPr>
          <p:cNvSpPr>
            <a:spLocks xmlns:a="http://schemas.openxmlformats.org/drawingml/2006/main" noGrp="1"/>
          </p:cNvSpPr>
          <p:nvPr/>
        </p:nvSpPr>
        <p:spPr>
          <a:xfrm xmlns:a="http://schemas.openxmlformats.org/drawingml/2006/main">
            <a:off x="495300" y="3857625"/>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35" name="tech-a-5">
            <a:extLst xmlns:a="http://schemas.openxmlformats.org/drawingml/2006/main">
              <a:ext uri="{FF2B5EF4-FFF2-40B4-BE49-F238E27FC236}">
                <a16:creationId xmlns:a16="http://schemas.microsoft.com/office/drawing/2014/main" id="{3D2CFFAA-2374-4503-8AB0-CC270E38E187}"/>
              </a:ext>
            </a:extLst>
          </p:cNvPr>
          <p:cNvSpPr>
            <a:spLocks xmlns:a="http://schemas.openxmlformats.org/drawingml/2006/main" noGrp="1"/>
          </p:cNvSpPr>
          <p:nvPr/>
        </p:nvSpPr>
        <p:spPr>
          <a:xfrm xmlns:a="http://schemas.openxmlformats.org/drawingml/2006/main">
            <a:off x="495300" y="396240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Evidence</a:t>
            </a:r>
          </a:p>
        </p:txBody>
      </p:sp>
      <p:sp>
        <p:nvSpPr>
          <p:cNvPr id="136" name="tech-b-5">
            <a:extLst xmlns:a="http://schemas.openxmlformats.org/drawingml/2006/main">
              <a:ext uri="{FF2B5EF4-FFF2-40B4-BE49-F238E27FC236}">
                <a16:creationId xmlns:a16="http://schemas.microsoft.com/office/drawing/2014/main" id="{D324777B-9CD6-4595-BDA2-4EEC56020ECC}"/>
              </a:ext>
            </a:extLst>
          </p:cNvPr>
          <p:cNvSpPr>
            <a:spLocks xmlns:a="http://schemas.openxmlformats.org/drawingml/2006/main" noGrp="1"/>
          </p:cNvSpPr>
          <p:nvPr/>
        </p:nvSpPr>
        <p:spPr>
          <a:xfrm xmlns:a="http://schemas.openxmlformats.org/drawingml/2006/main">
            <a:off x="2495550" y="3962400"/>
            <a:ext cx="615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Original reports, append-only events, source attribution, demo labels</a:t>
            </a:r>
          </a:p>
        </p:txBody>
      </p:sp>
    </p:spTree>
    <p:extLst>
      <p:ext uri="{BB962C8B-B14F-4D97-AF65-F5344CB8AC3E}">
        <p14:creationId xmlns:p14="http://schemas.microsoft.com/office/powerpoint/2010/main" val="142513754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24" name="Google Shape;124;p22">
            <a:extLst xmlns:a="http://schemas.openxmlformats.org/drawingml/2006/main">
              <a:ext uri="{FF2B5EF4-FFF2-40B4-BE49-F238E27FC236}">
                <a16:creationId xmlns:a16="http://schemas.microsoft.com/office/drawing/2014/main" id="{2CC67496-3C94-4FFA-B716-E8A708AE673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0d41d90f1e34f87">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25" name="Google Shape;125;p22">
            <a:extLst xmlns:a="http://schemas.openxmlformats.org/drawingml/2006/main">
              <a:ext uri="{FF2B5EF4-FFF2-40B4-BE49-F238E27FC236}">
                <a16:creationId xmlns:a16="http://schemas.microsoft.com/office/drawing/2014/main" id="{2F073B78-37A4-4407-8142-14DE9D0AEE3B}"/>
              </a:ext>
            </a:extLst>
          </p:cNvPr>
          <p:cNvPicPr>
            <a:picLocks xmlns:a="http://schemas.openxmlformats.org/drawingml/2006/main" noChangeAspect="1"/>
          </p:cNvPicPr>
          <p:nvPr/>
        </p:nvPicPr>
        <p:blipFill>
          <a:blip xmlns:r="http://schemas.openxmlformats.org/officeDocument/2006/relationships" xmlns:a="http://schemas.openxmlformats.org/drawingml/2006/main" r:embed="Rc9eda1a325394824">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26" name="Google Shape;126;p22">
            <a:extLst xmlns:a="http://schemas.openxmlformats.org/drawingml/2006/main">
              <a:ext uri="{FF2B5EF4-FFF2-40B4-BE49-F238E27FC236}">
                <a16:creationId xmlns:a16="http://schemas.microsoft.com/office/drawing/2014/main" id="{4CCA0B93-C241-475D-B81D-F53CD40C373C}"/>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27" name="Google Shape;127;p22">
            <a:extLst xmlns:a="http://schemas.openxmlformats.org/drawingml/2006/main">
              <a:ext uri="{FF2B5EF4-FFF2-40B4-BE49-F238E27FC236}">
                <a16:creationId xmlns:a16="http://schemas.microsoft.com/office/drawing/2014/main" id="{ECB0BE0E-23E7-47C6-A2D1-C56F0789F53A}"/>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Estimated implementation cost (optional)</a:t>
            </a:r>
            <a:endParaRPr sz="1600">
              <a:latin typeface="Google Sans Flex Medium"/>
              <a:ea typeface="Google Sans Flex Medium"/>
              <a:cs typeface="Google Sans Flex Medium"/>
            </a:endParaRPr>
          </a:p>
        </p:txBody>
      </p:sp>
      <p:sp>
        <p:nvSpPr>
          <p:cNvPr id="128" name="cost-head">
            <a:extLst xmlns:a="http://schemas.openxmlformats.org/drawingml/2006/main">
              <a:ext uri="{FF2B5EF4-FFF2-40B4-BE49-F238E27FC236}">
                <a16:creationId xmlns:a16="http://schemas.microsoft.com/office/drawing/2014/main" id="{44606BE2-130D-4492-B639-61BFDBAC2900}"/>
              </a:ext>
            </a:extLst>
          </p:cNvPr>
          <p:cNvSpPr>
            <a:spLocks xmlns:a="http://schemas.openxmlformats.org/drawingml/2006/main" noGrp="1"/>
          </p:cNvSpPr>
          <p:nvPr/>
        </p:nvSpPr>
        <p:spPr>
          <a:xfrm xmlns:a="http://schemas.openxmlformats.org/drawingml/2006/main">
            <a:off x="495300" y="1428750"/>
            <a:ext cx="8153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11111"/>
                </a:solidFill>
                <a:latin typeface="Google Sans Flex"/>
                <a:ea typeface="Google Sans Flex"/>
                <a:cs typeface="Google Sans Flex"/>
              </a:defRPr>
            </a:defPPr>
            <a:lvl1pPr>
              <a:defRPr sz="2175" b="1">
                <a:solidFill>
                  <a:srgbClr val="111111"/>
                </a:solidFill>
                <a:latin typeface="Google Sans Flex"/>
                <a:ea typeface="Google Sans Flex"/>
                <a:cs typeface="Google Sans Flex"/>
              </a:defRPr>
            </a:lvl1pPr>
            <a:lvl2pPr>
              <a:defRPr sz="2175" b="1">
                <a:solidFill>
                  <a:srgbClr val="111111"/>
                </a:solidFill>
                <a:latin typeface="Google Sans Flex"/>
                <a:ea typeface="Google Sans Flex"/>
                <a:cs typeface="Google Sans Flex"/>
              </a:defRPr>
            </a:lvl2pPr>
            <a:lvl3pPr>
              <a:defRPr sz="2175" b="1">
                <a:solidFill>
                  <a:srgbClr val="111111"/>
                </a:solidFill>
                <a:latin typeface="Google Sans Flex"/>
                <a:ea typeface="Google Sans Flex"/>
                <a:cs typeface="Google Sans Flex"/>
              </a:defRPr>
            </a:lvl3pPr>
            <a:lvl4pPr>
              <a:defRPr sz="2175" b="1">
                <a:solidFill>
                  <a:srgbClr val="111111"/>
                </a:solidFill>
                <a:latin typeface="Google Sans Flex"/>
                <a:ea typeface="Google Sans Flex"/>
                <a:cs typeface="Google Sans Flex"/>
              </a:defRPr>
            </a:lvl4pPr>
            <a:lvl5pPr>
              <a:defRPr sz="2175" b="1">
                <a:solidFill>
                  <a:srgbClr val="111111"/>
                </a:solidFill>
                <a:latin typeface="Google Sans Flex"/>
                <a:ea typeface="Google Sans Flex"/>
                <a:cs typeface="Google Sans Flex"/>
              </a:defRPr>
            </a:lvl5pPr>
            <a:lvl6pPr>
              <a:defRPr sz="2175" b="1">
                <a:solidFill>
                  <a:srgbClr val="111111"/>
                </a:solidFill>
                <a:latin typeface="Google Sans Flex"/>
                <a:ea typeface="Google Sans Flex"/>
                <a:cs typeface="Google Sans Flex"/>
              </a:defRPr>
            </a:lvl6pPr>
            <a:lvl7pPr>
              <a:defRPr sz="2175" b="1">
                <a:solidFill>
                  <a:srgbClr val="111111"/>
                </a:solidFill>
                <a:latin typeface="Google Sans Flex"/>
                <a:ea typeface="Google Sans Flex"/>
                <a:cs typeface="Google Sans Flex"/>
              </a:defRPr>
            </a:lvl7pPr>
            <a:lvl8pPr>
              <a:defRPr sz="2175" b="1">
                <a:solidFill>
                  <a:srgbClr val="111111"/>
                </a:solidFill>
                <a:latin typeface="Google Sans Flex"/>
                <a:ea typeface="Google Sans Flex"/>
                <a:cs typeface="Google Sans Flex"/>
              </a:defRPr>
            </a:lvl8pPr>
            <a:lvl9pPr>
              <a:defRPr sz="2175" b="1">
                <a:solidFill>
                  <a:srgbClr val="111111"/>
                </a:solidFill>
                <a:latin typeface="Google Sans Flex"/>
                <a:ea typeface="Google Sans Flex"/>
                <a:cs typeface="Google Sans Flex"/>
              </a:defRPr>
            </a:lvl9pPr>
          </a:lstStyle>
          <a:p xmlns:a="http://schemas.openxmlformats.org/drawingml/2006/main">
            <a:pPr>
              <a:defRPr sz="2175" b="1">
                <a:solidFill>
                  <a:srgbClr val="111111"/>
                </a:solidFill>
                <a:latin typeface="Google Sans Flex"/>
                <a:ea typeface="Google Sans Flex"/>
                <a:cs typeface="Google Sans Flex"/>
              </a:defRPr>
            </a:pPr>
            <a:r>
              <a:rPr sz="2175" b="1">
                <a:solidFill>
                  <a:srgbClr val="111111"/>
                </a:solidFill>
                <a:latin typeface="Google Sans Flex"/>
                <a:ea typeface="Google Sans Flex"/>
                <a:cs typeface="Google Sans Flex"/>
              </a:rPr>
              <a:t>Cloud cost has not been measured</a:t>
            </a:r>
          </a:p>
        </p:txBody>
      </p:sp>
      <p:sp>
        <p:nvSpPr>
          <p:cNvPr id="129" name="cost-label-0">
            <a:extLst xmlns:a="http://schemas.openxmlformats.org/drawingml/2006/main">
              <a:ext uri="{FF2B5EF4-FFF2-40B4-BE49-F238E27FC236}">
                <a16:creationId xmlns:a16="http://schemas.microsoft.com/office/drawing/2014/main" id="{99C4D3DB-A06A-404E-8911-57E9E823D902}"/>
              </a:ext>
            </a:extLst>
          </p:cNvPr>
          <p:cNvSpPr>
            <a:spLocks xmlns:a="http://schemas.openxmlformats.org/drawingml/2006/main" noGrp="1"/>
          </p:cNvSpPr>
          <p:nvPr/>
        </p:nvSpPr>
        <p:spPr>
          <a:xfrm xmlns:a="http://schemas.openxmlformats.org/drawingml/2006/main">
            <a:off x="495300" y="21907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11111"/>
                </a:solidFill>
                <a:latin typeface="Google Sans Flex"/>
                <a:ea typeface="Google Sans Flex"/>
                <a:cs typeface="Google Sans Flex"/>
              </a:defRPr>
            </a:defPPr>
            <a:lvl1pPr>
              <a:defRPr sz="1500" b="1">
                <a:solidFill>
                  <a:srgbClr val="111111"/>
                </a:solidFill>
                <a:latin typeface="Google Sans Flex"/>
                <a:ea typeface="Google Sans Flex"/>
                <a:cs typeface="Google Sans Flex"/>
              </a:defRPr>
            </a:lvl1pPr>
            <a:lvl2pPr>
              <a:defRPr sz="1500" b="1">
                <a:solidFill>
                  <a:srgbClr val="111111"/>
                </a:solidFill>
                <a:latin typeface="Google Sans Flex"/>
                <a:ea typeface="Google Sans Flex"/>
                <a:cs typeface="Google Sans Flex"/>
              </a:defRPr>
            </a:lvl2pPr>
            <a:lvl3pPr>
              <a:defRPr sz="1500" b="1">
                <a:solidFill>
                  <a:srgbClr val="111111"/>
                </a:solidFill>
                <a:latin typeface="Google Sans Flex"/>
                <a:ea typeface="Google Sans Flex"/>
                <a:cs typeface="Google Sans Flex"/>
              </a:defRPr>
            </a:lvl3pPr>
            <a:lvl4pPr>
              <a:defRPr sz="1500" b="1">
                <a:solidFill>
                  <a:srgbClr val="111111"/>
                </a:solidFill>
                <a:latin typeface="Google Sans Flex"/>
                <a:ea typeface="Google Sans Flex"/>
                <a:cs typeface="Google Sans Flex"/>
              </a:defRPr>
            </a:lvl4pPr>
            <a:lvl5pPr>
              <a:defRPr sz="1500" b="1">
                <a:solidFill>
                  <a:srgbClr val="111111"/>
                </a:solidFill>
                <a:latin typeface="Google Sans Flex"/>
                <a:ea typeface="Google Sans Flex"/>
                <a:cs typeface="Google Sans Flex"/>
              </a:defRPr>
            </a:lvl5pPr>
            <a:lvl6pPr>
              <a:defRPr sz="1500" b="1">
                <a:solidFill>
                  <a:srgbClr val="111111"/>
                </a:solidFill>
                <a:latin typeface="Google Sans Flex"/>
                <a:ea typeface="Google Sans Flex"/>
                <a:cs typeface="Google Sans Flex"/>
              </a:defRPr>
            </a:lvl6pPr>
            <a:lvl7pPr>
              <a:defRPr sz="1500" b="1">
                <a:solidFill>
                  <a:srgbClr val="111111"/>
                </a:solidFill>
                <a:latin typeface="Google Sans Flex"/>
                <a:ea typeface="Google Sans Flex"/>
                <a:cs typeface="Google Sans Flex"/>
              </a:defRPr>
            </a:lvl7pPr>
            <a:lvl8pPr>
              <a:defRPr sz="1500" b="1">
                <a:solidFill>
                  <a:srgbClr val="111111"/>
                </a:solidFill>
                <a:latin typeface="Google Sans Flex"/>
                <a:ea typeface="Google Sans Flex"/>
                <a:cs typeface="Google Sans Flex"/>
              </a:defRPr>
            </a:lvl8pPr>
            <a:lvl9pPr>
              <a:defRPr sz="1500" b="1">
                <a:solidFill>
                  <a:srgbClr val="111111"/>
                </a:solidFill>
                <a:latin typeface="Google Sans Flex"/>
                <a:ea typeface="Google Sans Flex"/>
                <a:cs typeface="Google Sans Flex"/>
              </a:defRPr>
            </a:lvl9pPr>
          </a:lstStyle>
          <a:p xmlns:a="http://schemas.openxmlformats.org/drawingml/2006/main">
            <a:pPr>
              <a:defRPr sz="1500" b="1">
                <a:solidFill>
                  <a:srgbClr val="111111"/>
                </a:solidFill>
                <a:latin typeface="Google Sans Flex"/>
                <a:ea typeface="Google Sans Flex"/>
                <a:cs typeface="Google Sans Flex"/>
              </a:defRPr>
            </a:pPr>
            <a:r>
              <a:rPr sz="1500" b="1">
                <a:solidFill>
                  <a:srgbClr val="111111"/>
                </a:solidFill>
                <a:latin typeface="Google Sans Flex"/>
                <a:ea typeface="Google Sans Flex"/>
                <a:cs typeface="Google Sans Flex"/>
              </a:rPr>
              <a:t>Cloud Run</a:t>
            </a:r>
          </a:p>
        </p:txBody>
      </p:sp>
      <p:sp>
        <p:nvSpPr>
          <p:cNvPr id="130" name="cost-copy-0">
            <a:extLst xmlns:a="http://schemas.openxmlformats.org/drawingml/2006/main">
              <a:ext uri="{FF2B5EF4-FFF2-40B4-BE49-F238E27FC236}">
                <a16:creationId xmlns:a16="http://schemas.microsoft.com/office/drawing/2014/main" id="{C6C3D1B2-6D95-4FB6-A82F-0809ACDB7E41}"/>
              </a:ext>
            </a:extLst>
          </p:cNvPr>
          <p:cNvSpPr>
            <a:spLocks xmlns:a="http://schemas.openxmlformats.org/drawingml/2006/main" noGrp="1"/>
          </p:cNvSpPr>
          <p:nvPr/>
        </p:nvSpPr>
        <p:spPr>
          <a:xfrm xmlns:a="http://schemas.openxmlformats.org/drawingml/2006/main">
            <a:off x="2571750" y="2190750"/>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CPU, memory, requests and warm-instance time</a:t>
            </a:r>
          </a:p>
        </p:txBody>
      </p:sp>
      <p:sp>
        <p:nvSpPr>
          <p:cNvPr id="131" name="cost-label-1">
            <a:extLst xmlns:a="http://schemas.openxmlformats.org/drawingml/2006/main">
              <a:ext uri="{FF2B5EF4-FFF2-40B4-BE49-F238E27FC236}">
                <a16:creationId xmlns:a16="http://schemas.microsoft.com/office/drawing/2014/main" id="{E689D6A6-ECEA-4294-8792-30298B53A878}"/>
              </a:ext>
            </a:extLst>
          </p:cNvPr>
          <p:cNvSpPr>
            <a:spLocks xmlns:a="http://schemas.openxmlformats.org/drawingml/2006/main" noGrp="1"/>
          </p:cNvSpPr>
          <p:nvPr/>
        </p:nvSpPr>
        <p:spPr>
          <a:xfrm xmlns:a="http://schemas.openxmlformats.org/drawingml/2006/main">
            <a:off x="495300" y="2647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11111"/>
                </a:solidFill>
                <a:latin typeface="Google Sans Flex"/>
                <a:ea typeface="Google Sans Flex"/>
                <a:cs typeface="Google Sans Flex"/>
              </a:defRPr>
            </a:defPPr>
            <a:lvl1pPr>
              <a:defRPr sz="1500" b="1">
                <a:solidFill>
                  <a:srgbClr val="111111"/>
                </a:solidFill>
                <a:latin typeface="Google Sans Flex"/>
                <a:ea typeface="Google Sans Flex"/>
                <a:cs typeface="Google Sans Flex"/>
              </a:defRPr>
            </a:lvl1pPr>
            <a:lvl2pPr>
              <a:defRPr sz="1500" b="1">
                <a:solidFill>
                  <a:srgbClr val="111111"/>
                </a:solidFill>
                <a:latin typeface="Google Sans Flex"/>
                <a:ea typeface="Google Sans Flex"/>
                <a:cs typeface="Google Sans Flex"/>
              </a:defRPr>
            </a:lvl2pPr>
            <a:lvl3pPr>
              <a:defRPr sz="1500" b="1">
                <a:solidFill>
                  <a:srgbClr val="111111"/>
                </a:solidFill>
                <a:latin typeface="Google Sans Flex"/>
                <a:ea typeface="Google Sans Flex"/>
                <a:cs typeface="Google Sans Flex"/>
              </a:defRPr>
            </a:lvl3pPr>
            <a:lvl4pPr>
              <a:defRPr sz="1500" b="1">
                <a:solidFill>
                  <a:srgbClr val="111111"/>
                </a:solidFill>
                <a:latin typeface="Google Sans Flex"/>
                <a:ea typeface="Google Sans Flex"/>
                <a:cs typeface="Google Sans Flex"/>
              </a:defRPr>
            </a:lvl4pPr>
            <a:lvl5pPr>
              <a:defRPr sz="1500" b="1">
                <a:solidFill>
                  <a:srgbClr val="111111"/>
                </a:solidFill>
                <a:latin typeface="Google Sans Flex"/>
                <a:ea typeface="Google Sans Flex"/>
                <a:cs typeface="Google Sans Flex"/>
              </a:defRPr>
            </a:lvl5pPr>
            <a:lvl6pPr>
              <a:defRPr sz="1500" b="1">
                <a:solidFill>
                  <a:srgbClr val="111111"/>
                </a:solidFill>
                <a:latin typeface="Google Sans Flex"/>
                <a:ea typeface="Google Sans Flex"/>
                <a:cs typeface="Google Sans Flex"/>
              </a:defRPr>
            </a:lvl6pPr>
            <a:lvl7pPr>
              <a:defRPr sz="1500" b="1">
                <a:solidFill>
                  <a:srgbClr val="111111"/>
                </a:solidFill>
                <a:latin typeface="Google Sans Flex"/>
                <a:ea typeface="Google Sans Flex"/>
                <a:cs typeface="Google Sans Flex"/>
              </a:defRPr>
            </a:lvl7pPr>
            <a:lvl8pPr>
              <a:defRPr sz="1500" b="1">
                <a:solidFill>
                  <a:srgbClr val="111111"/>
                </a:solidFill>
                <a:latin typeface="Google Sans Flex"/>
                <a:ea typeface="Google Sans Flex"/>
                <a:cs typeface="Google Sans Flex"/>
              </a:defRPr>
            </a:lvl8pPr>
            <a:lvl9pPr>
              <a:defRPr sz="1500" b="1">
                <a:solidFill>
                  <a:srgbClr val="111111"/>
                </a:solidFill>
                <a:latin typeface="Google Sans Flex"/>
                <a:ea typeface="Google Sans Flex"/>
                <a:cs typeface="Google Sans Flex"/>
              </a:defRPr>
            </a:lvl9pPr>
          </a:lstStyle>
          <a:p xmlns:a="http://schemas.openxmlformats.org/drawingml/2006/main">
            <a:pPr>
              <a:defRPr sz="1500" b="1">
                <a:solidFill>
                  <a:srgbClr val="111111"/>
                </a:solidFill>
                <a:latin typeface="Google Sans Flex"/>
                <a:ea typeface="Google Sans Flex"/>
                <a:cs typeface="Google Sans Flex"/>
              </a:defRPr>
            </a:pPr>
            <a:r>
              <a:rPr sz="1500" b="1">
                <a:solidFill>
                  <a:srgbClr val="111111"/>
                </a:solidFill>
                <a:latin typeface="Google Sans Flex"/>
                <a:ea typeface="Google Sans Flex"/>
                <a:cs typeface="Google Sans Flex"/>
              </a:rPr>
              <a:t>Vertex Gemini</a:t>
            </a:r>
          </a:p>
        </p:txBody>
      </p:sp>
      <p:sp>
        <p:nvSpPr>
          <p:cNvPr id="132" name="cost-copy-1">
            <a:extLst xmlns:a="http://schemas.openxmlformats.org/drawingml/2006/main">
              <a:ext uri="{FF2B5EF4-FFF2-40B4-BE49-F238E27FC236}">
                <a16:creationId xmlns:a16="http://schemas.microsoft.com/office/drawing/2014/main" id="{885F31E0-FE40-4530-9057-B002FB1086C8}"/>
              </a:ext>
            </a:extLst>
          </p:cNvPr>
          <p:cNvSpPr>
            <a:spLocks xmlns:a="http://schemas.openxmlformats.org/drawingml/2006/main" noGrp="1"/>
          </p:cNvSpPr>
          <p:nvPr/>
        </p:nvSpPr>
        <p:spPr>
          <a:xfrm xmlns:a="http://schemas.openxmlformats.org/drawingml/2006/main">
            <a:off x="2571750" y="2647950"/>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Input/output tokens and media processing</a:t>
            </a:r>
          </a:p>
        </p:txBody>
      </p:sp>
      <p:sp>
        <p:nvSpPr>
          <p:cNvPr id="133" name="cost-label-2">
            <a:extLst xmlns:a="http://schemas.openxmlformats.org/drawingml/2006/main">
              <a:ext uri="{FF2B5EF4-FFF2-40B4-BE49-F238E27FC236}">
                <a16:creationId xmlns:a16="http://schemas.microsoft.com/office/drawing/2014/main" id="{15C6C96A-26D8-4D12-AFFD-6CDF639CAB9B}"/>
              </a:ext>
            </a:extLst>
          </p:cNvPr>
          <p:cNvSpPr>
            <a:spLocks xmlns:a="http://schemas.openxmlformats.org/drawingml/2006/main" noGrp="1"/>
          </p:cNvSpPr>
          <p:nvPr/>
        </p:nvSpPr>
        <p:spPr>
          <a:xfrm xmlns:a="http://schemas.openxmlformats.org/drawingml/2006/main">
            <a:off x="495300" y="31051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11111"/>
                </a:solidFill>
                <a:latin typeface="Google Sans Flex"/>
                <a:ea typeface="Google Sans Flex"/>
                <a:cs typeface="Google Sans Flex"/>
              </a:defRPr>
            </a:defPPr>
            <a:lvl1pPr>
              <a:defRPr sz="1500" b="1">
                <a:solidFill>
                  <a:srgbClr val="111111"/>
                </a:solidFill>
                <a:latin typeface="Google Sans Flex"/>
                <a:ea typeface="Google Sans Flex"/>
                <a:cs typeface="Google Sans Flex"/>
              </a:defRPr>
            </a:lvl1pPr>
            <a:lvl2pPr>
              <a:defRPr sz="1500" b="1">
                <a:solidFill>
                  <a:srgbClr val="111111"/>
                </a:solidFill>
                <a:latin typeface="Google Sans Flex"/>
                <a:ea typeface="Google Sans Flex"/>
                <a:cs typeface="Google Sans Flex"/>
              </a:defRPr>
            </a:lvl2pPr>
            <a:lvl3pPr>
              <a:defRPr sz="1500" b="1">
                <a:solidFill>
                  <a:srgbClr val="111111"/>
                </a:solidFill>
                <a:latin typeface="Google Sans Flex"/>
                <a:ea typeface="Google Sans Flex"/>
                <a:cs typeface="Google Sans Flex"/>
              </a:defRPr>
            </a:lvl3pPr>
            <a:lvl4pPr>
              <a:defRPr sz="1500" b="1">
                <a:solidFill>
                  <a:srgbClr val="111111"/>
                </a:solidFill>
                <a:latin typeface="Google Sans Flex"/>
                <a:ea typeface="Google Sans Flex"/>
                <a:cs typeface="Google Sans Flex"/>
              </a:defRPr>
            </a:lvl4pPr>
            <a:lvl5pPr>
              <a:defRPr sz="1500" b="1">
                <a:solidFill>
                  <a:srgbClr val="111111"/>
                </a:solidFill>
                <a:latin typeface="Google Sans Flex"/>
                <a:ea typeface="Google Sans Flex"/>
                <a:cs typeface="Google Sans Flex"/>
              </a:defRPr>
            </a:lvl5pPr>
            <a:lvl6pPr>
              <a:defRPr sz="1500" b="1">
                <a:solidFill>
                  <a:srgbClr val="111111"/>
                </a:solidFill>
                <a:latin typeface="Google Sans Flex"/>
                <a:ea typeface="Google Sans Flex"/>
                <a:cs typeface="Google Sans Flex"/>
              </a:defRPr>
            </a:lvl6pPr>
            <a:lvl7pPr>
              <a:defRPr sz="1500" b="1">
                <a:solidFill>
                  <a:srgbClr val="111111"/>
                </a:solidFill>
                <a:latin typeface="Google Sans Flex"/>
                <a:ea typeface="Google Sans Flex"/>
                <a:cs typeface="Google Sans Flex"/>
              </a:defRPr>
            </a:lvl7pPr>
            <a:lvl8pPr>
              <a:defRPr sz="1500" b="1">
                <a:solidFill>
                  <a:srgbClr val="111111"/>
                </a:solidFill>
                <a:latin typeface="Google Sans Flex"/>
                <a:ea typeface="Google Sans Flex"/>
                <a:cs typeface="Google Sans Flex"/>
              </a:defRPr>
            </a:lvl8pPr>
            <a:lvl9pPr>
              <a:defRPr sz="1500" b="1">
                <a:solidFill>
                  <a:srgbClr val="111111"/>
                </a:solidFill>
                <a:latin typeface="Google Sans Flex"/>
                <a:ea typeface="Google Sans Flex"/>
                <a:cs typeface="Google Sans Flex"/>
              </a:defRPr>
            </a:lvl9pPr>
          </a:lstStyle>
          <a:p xmlns:a="http://schemas.openxmlformats.org/drawingml/2006/main">
            <a:pPr>
              <a:defRPr sz="1500" b="1">
                <a:solidFill>
                  <a:srgbClr val="111111"/>
                </a:solidFill>
                <a:latin typeface="Google Sans Flex"/>
                <a:ea typeface="Google Sans Flex"/>
                <a:cs typeface="Google Sans Flex"/>
              </a:defRPr>
            </a:pPr>
            <a:r>
              <a:rPr sz="1500" b="1">
                <a:solidFill>
                  <a:srgbClr val="111111"/>
                </a:solidFill>
                <a:latin typeface="Google Sans Flex"/>
                <a:ea typeface="Google Sans Flex"/>
                <a:cs typeface="Google Sans Flex"/>
              </a:rPr>
              <a:t>Firestore</a:t>
            </a:r>
          </a:p>
        </p:txBody>
      </p:sp>
      <p:sp>
        <p:nvSpPr>
          <p:cNvPr id="134" name="cost-copy-2">
            <a:extLst xmlns:a="http://schemas.openxmlformats.org/drawingml/2006/main">
              <a:ext uri="{FF2B5EF4-FFF2-40B4-BE49-F238E27FC236}">
                <a16:creationId xmlns:a16="http://schemas.microsoft.com/office/drawing/2014/main" id="{91FA992D-4CC8-4AA7-B606-BD643523EF93}"/>
              </a:ext>
            </a:extLst>
          </p:cNvPr>
          <p:cNvSpPr>
            <a:spLocks xmlns:a="http://schemas.openxmlformats.org/drawingml/2006/main" noGrp="1"/>
          </p:cNvSpPr>
          <p:nvPr/>
        </p:nvSpPr>
        <p:spPr>
          <a:xfrm xmlns:a="http://schemas.openxmlformats.org/drawingml/2006/main">
            <a:off x="2571750" y="3105150"/>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Reads, writes, indexes and retention</a:t>
            </a:r>
          </a:p>
        </p:txBody>
      </p:sp>
      <p:sp>
        <p:nvSpPr>
          <p:cNvPr id="135" name="cost-label-3">
            <a:extLst xmlns:a="http://schemas.openxmlformats.org/drawingml/2006/main">
              <a:ext uri="{FF2B5EF4-FFF2-40B4-BE49-F238E27FC236}">
                <a16:creationId xmlns:a16="http://schemas.microsoft.com/office/drawing/2014/main" id="{16AE197F-9791-4991-A9BC-1343ADA66E7F}"/>
              </a:ext>
            </a:extLst>
          </p:cNvPr>
          <p:cNvSpPr>
            <a:spLocks xmlns:a="http://schemas.openxmlformats.org/drawingml/2006/main" noGrp="1"/>
          </p:cNvSpPr>
          <p:nvPr/>
        </p:nvSpPr>
        <p:spPr>
          <a:xfrm xmlns:a="http://schemas.openxmlformats.org/drawingml/2006/main">
            <a:off x="495300" y="35623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11111"/>
                </a:solidFill>
                <a:latin typeface="Google Sans Flex"/>
                <a:ea typeface="Google Sans Flex"/>
                <a:cs typeface="Google Sans Flex"/>
              </a:defRPr>
            </a:defPPr>
            <a:lvl1pPr>
              <a:defRPr sz="1500" b="1">
                <a:solidFill>
                  <a:srgbClr val="111111"/>
                </a:solidFill>
                <a:latin typeface="Google Sans Flex"/>
                <a:ea typeface="Google Sans Flex"/>
                <a:cs typeface="Google Sans Flex"/>
              </a:defRPr>
            </a:lvl1pPr>
            <a:lvl2pPr>
              <a:defRPr sz="1500" b="1">
                <a:solidFill>
                  <a:srgbClr val="111111"/>
                </a:solidFill>
                <a:latin typeface="Google Sans Flex"/>
                <a:ea typeface="Google Sans Flex"/>
                <a:cs typeface="Google Sans Flex"/>
              </a:defRPr>
            </a:lvl2pPr>
            <a:lvl3pPr>
              <a:defRPr sz="1500" b="1">
                <a:solidFill>
                  <a:srgbClr val="111111"/>
                </a:solidFill>
                <a:latin typeface="Google Sans Flex"/>
                <a:ea typeface="Google Sans Flex"/>
                <a:cs typeface="Google Sans Flex"/>
              </a:defRPr>
            </a:lvl3pPr>
            <a:lvl4pPr>
              <a:defRPr sz="1500" b="1">
                <a:solidFill>
                  <a:srgbClr val="111111"/>
                </a:solidFill>
                <a:latin typeface="Google Sans Flex"/>
                <a:ea typeface="Google Sans Flex"/>
                <a:cs typeface="Google Sans Flex"/>
              </a:defRPr>
            </a:lvl4pPr>
            <a:lvl5pPr>
              <a:defRPr sz="1500" b="1">
                <a:solidFill>
                  <a:srgbClr val="111111"/>
                </a:solidFill>
                <a:latin typeface="Google Sans Flex"/>
                <a:ea typeface="Google Sans Flex"/>
                <a:cs typeface="Google Sans Flex"/>
              </a:defRPr>
            </a:lvl5pPr>
            <a:lvl6pPr>
              <a:defRPr sz="1500" b="1">
                <a:solidFill>
                  <a:srgbClr val="111111"/>
                </a:solidFill>
                <a:latin typeface="Google Sans Flex"/>
                <a:ea typeface="Google Sans Flex"/>
                <a:cs typeface="Google Sans Flex"/>
              </a:defRPr>
            </a:lvl6pPr>
            <a:lvl7pPr>
              <a:defRPr sz="1500" b="1">
                <a:solidFill>
                  <a:srgbClr val="111111"/>
                </a:solidFill>
                <a:latin typeface="Google Sans Flex"/>
                <a:ea typeface="Google Sans Flex"/>
                <a:cs typeface="Google Sans Flex"/>
              </a:defRPr>
            </a:lvl7pPr>
            <a:lvl8pPr>
              <a:defRPr sz="1500" b="1">
                <a:solidFill>
                  <a:srgbClr val="111111"/>
                </a:solidFill>
                <a:latin typeface="Google Sans Flex"/>
                <a:ea typeface="Google Sans Flex"/>
                <a:cs typeface="Google Sans Flex"/>
              </a:defRPr>
            </a:lvl8pPr>
            <a:lvl9pPr>
              <a:defRPr sz="1500" b="1">
                <a:solidFill>
                  <a:srgbClr val="111111"/>
                </a:solidFill>
                <a:latin typeface="Google Sans Flex"/>
                <a:ea typeface="Google Sans Flex"/>
                <a:cs typeface="Google Sans Flex"/>
              </a:defRPr>
            </a:lvl9pPr>
          </a:lstStyle>
          <a:p xmlns:a="http://schemas.openxmlformats.org/drawingml/2006/main">
            <a:pPr>
              <a:defRPr sz="1500" b="1">
                <a:solidFill>
                  <a:srgbClr val="111111"/>
                </a:solidFill>
                <a:latin typeface="Google Sans Flex"/>
                <a:ea typeface="Google Sans Flex"/>
                <a:cs typeface="Google Sans Flex"/>
              </a:defRPr>
            </a:pPr>
            <a:r>
              <a:rPr sz="1500" b="1">
                <a:solidFill>
                  <a:srgbClr val="111111"/>
                </a:solidFill>
                <a:latin typeface="Google Sans Flex"/>
                <a:ea typeface="Google Sans Flex"/>
                <a:cs typeface="Google Sans Flex"/>
              </a:rPr>
              <a:t>Storage</a:t>
            </a:r>
          </a:p>
        </p:txBody>
      </p:sp>
      <p:sp>
        <p:nvSpPr>
          <p:cNvPr id="136" name="cost-copy-3">
            <a:extLst xmlns:a="http://schemas.openxmlformats.org/drawingml/2006/main">
              <a:ext uri="{FF2B5EF4-FFF2-40B4-BE49-F238E27FC236}">
                <a16:creationId xmlns:a16="http://schemas.microsoft.com/office/drawing/2014/main" id="{74789944-D1D2-4C86-A715-F147326B1AE1}"/>
              </a:ext>
            </a:extLst>
          </p:cNvPr>
          <p:cNvSpPr>
            <a:spLocks xmlns:a="http://schemas.openxmlformats.org/drawingml/2006/main" noGrp="1"/>
          </p:cNvSpPr>
          <p:nvPr/>
        </p:nvSpPr>
        <p:spPr>
          <a:xfrm xmlns:a="http://schemas.openxmlformats.org/drawingml/2006/main">
            <a:off x="2571750" y="3562350"/>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a:solidFill>
                  <a:srgbClr val="111111"/>
                </a:solidFill>
                <a:latin typeface="Google Sans Flex"/>
                <a:ea typeface="Google Sans Flex"/>
                <a:cs typeface="Google Sans Flex"/>
              </a:defRPr>
            </a:defPPr>
            <a:lvl1pPr>
              <a:defRPr sz="1425">
                <a:solidFill>
                  <a:srgbClr val="111111"/>
                </a:solidFill>
                <a:latin typeface="Google Sans Flex"/>
                <a:ea typeface="Google Sans Flex"/>
                <a:cs typeface="Google Sans Flex"/>
              </a:defRPr>
            </a:lvl1pPr>
            <a:lvl2pPr>
              <a:defRPr sz="1425">
                <a:solidFill>
                  <a:srgbClr val="111111"/>
                </a:solidFill>
                <a:latin typeface="Google Sans Flex"/>
                <a:ea typeface="Google Sans Flex"/>
                <a:cs typeface="Google Sans Flex"/>
              </a:defRPr>
            </a:lvl2pPr>
            <a:lvl3pPr>
              <a:defRPr sz="1425">
                <a:solidFill>
                  <a:srgbClr val="111111"/>
                </a:solidFill>
                <a:latin typeface="Google Sans Flex"/>
                <a:ea typeface="Google Sans Flex"/>
                <a:cs typeface="Google Sans Flex"/>
              </a:defRPr>
            </a:lvl3pPr>
            <a:lvl4pPr>
              <a:defRPr sz="1425">
                <a:solidFill>
                  <a:srgbClr val="111111"/>
                </a:solidFill>
                <a:latin typeface="Google Sans Flex"/>
                <a:ea typeface="Google Sans Flex"/>
                <a:cs typeface="Google Sans Flex"/>
              </a:defRPr>
            </a:lvl4pPr>
            <a:lvl5pPr>
              <a:defRPr sz="1425">
                <a:solidFill>
                  <a:srgbClr val="111111"/>
                </a:solidFill>
                <a:latin typeface="Google Sans Flex"/>
                <a:ea typeface="Google Sans Flex"/>
                <a:cs typeface="Google Sans Flex"/>
              </a:defRPr>
            </a:lvl5pPr>
            <a:lvl6pPr>
              <a:defRPr sz="1425">
                <a:solidFill>
                  <a:srgbClr val="111111"/>
                </a:solidFill>
                <a:latin typeface="Google Sans Flex"/>
                <a:ea typeface="Google Sans Flex"/>
                <a:cs typeface="Google Sans Flex"/>
              </a:defRPr>
            </a:lvl6pPr>
            <a:lvl7pPr>
              <a:defRPr sz="1425">
                <a:solidFill>
                  <a:srgbClr val="111111"/>
                </a:solidFill>
                <a:latin typeface="Google Sans Flex"/>
                <a:ea typeface="Google Sans Flex"/>
                <a:cs typeface="Google Sans Flex"/>
              </a:defRPr>
            </a:lvl7pPr>
            <a:lvl8pPr>
              <a:defRPr sz="1425">
                <a:solidFill>
                  <a:srgbClr val="111111"/>
                </a:solidFill>
                <a:latin typeface="Google Sans Flex"/>
                <a:ea typeface="Google Sans Flex"/>
                <a:cs typeface="Google Sans Flex"/>
              </a:defRPr>
            </a:lvl8pPr>
            <a:lvl9pPr>
              <a:defRPr sz="1425">
                <a:solidFill>
                  <a:srgbClr val="111111"/>
                </a:solidFill>
                <a:latin typeface="Google Sans Flex"/>
                <a:ea typeface="Google Sans Flex"/>
                <a:cs typeface="Google Sans Flex"/>
              </a:defRPr>
            </a:lvl9pPr>
          </a:lstStyle>
          <a:p xmlns:a="http://schemas.openxmlformats.org/drawingml/2006/main">
            <a:pPr>
              <a:defRPr sz="1425">
                <a:solidFill>
                  <a:srgbClr val="111111"/>
                </a:solidFill>
                <a:latin typeface="Google Sans Flex"/>
                <a:ea typeface="Google Sans Flex"/>
                <a:cs typeface="Google Sans Flex"/>
              </a:defRPr>
            </a:pPr>
            <a:r>
              <a:rPr sz="1425">
                <a:solidFill>
                  <a:srgbClr val="111111"/>
                </a:solidFill>
                <a:latin typeface="Google Sans Flex"/>
                <a:ea typeface="Google Sans Flex"/>
                <a:cs typeface="Google Sans Flex"/>
              </a:rPr>
              <a:t>Evidence size, downloads and retention</a:t>
            </a:r>
          </a:p>
        </p:txBody>
      </p:sp>
      <p:sp>
        <p:nvSpPr>
          <p:cNvPr id="137" name="cost-plan">
            <a:extLst xmlns:a="http://schemas.openxmlformats.org/drawingml/2006/main">
              <a:ext uri="{FF2B5EF4-FFF2-40B4-BE49-F238E27FC236}">
                <a16:creationId xmlns:a16="http://schemas.microsoft.com/office/drawing/2014/main" id="{D618A40C-3096-4C71-9962-EA19A22EF675}"/>
              </a:ext>
            </a:extLst>
          </p:cNvPr>
          <p:cNvSpPr>
            <a:spLocks xmlns:a="http://schemas.openxmlformats.org/drawingml/2006/main" noGrp="1"/>
          </p:cNvSpPr>
          <p:nvPr/>
        </p:nvSpPr>
        <p:spPr>
          <a:xfrm xmlns:a="http://schemas.openxmlformats.org/drawingml/2006/main">
            <a:off x="495300" y="4238625"/>
            <a:ext cx="8153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555555"/>
                </a:solidFill>
                <a:latin typeface="Google Sans Flex"/>
                <a:ea typeface="Google Sans Flex"/>
                <a:cs typeface="Google Sans Flex"/>
              </a:defRPr>
            </a:defPPr>
            <a:lvl1pPr>
              <a:defRPr sz="1350">
                <a:solidFill>
                  <a:srgbClr val="555555"/>
                </a:solidFill>
                <a:latin typeface="Google Sans Flex"/>
                <a:ea typeface="Google Sans Flex"/>
                <a:cs typeface="Google Sans Flex"/>
              </a:defRPr>
            </a:lvl1pPr>
            <a:lvl2pPr>
              <a:defRPr sz="1350">
                <a:solidFill>
                  <a:srgbClr val="555555"/>
                </a:solidFill>
                <a:latin typeface="Google Sans Flex"/>
                <a:ea typeface="Google Sans Flex"/>
                <a:cs typeface="Google Sans Flex"/>
              </a:defRPr>
            </a:lvl2pPr>
            <a:lvl3pPr>
              <a:defRPr sz="1350">
                <a:solidFill>
                  <a:srgbClr val="555555"/>
                </a:solidFill>
                <a:latin typeface="Google Sans Flex"/>
                <a:ea typeface="Google Sans Flex"/>
                <a:cs typeface="Google Sans Flex"/>
              </a:defRPr>
            </a:lvl3pPr>
            <a:lvl4pPr>
              <a:defRPr sz="1350">
                <a:solidFill>
                  <a:srgbClr val="555555"/>
                </a:solidFill>
                <a:latin typeface="Google Sans Flex"/>
                <a:ea typeface="Google Sans Flex"/>
                <a:cs typeface="Google Sans Flex"/>
              </a:defRPr>
            </a:lvl4pPr>
            <a:lvl5pPr>
              <a:defRPr sz="1350">
                <a:solidFill>
                  <a:srgbClr val="555555"/>
                </a:solidFill>
                <a:latin typeface="Google Sans Flex"/>
                <a:ea typeface="Google Sans Flex"/>
                <a:cs typeface="Google Sans Flex"/>
              </a:defRPr>
            </a:lvl5pPr>
            <a:lvl6pPr>
              <a:defRPr sz="1350">
                <a:solidFill>
                  <a:srgbClr val="555555"/>
                </a:solidFill>
                <a:latin typeface="Google Sans Flex"/>
                <a:ea typeface="Google Sans Flex"/>
                <a:cs typeface="Google Sans Flex"/>
              </a:defRPr>
            </a:lvl6pPr>
            <a:lvl7pPr>
              <a:defRPr sz="1350">
                <a:solidFill>
                  <a:srgbClr val="555555"/>
                </a:solidFill>
                <a:latin typeface="Google Sans Flex"/>
                <a:ea typeface="Google Sans Flex"/>
                <a:cs typeface="Google Sans Flex"/>
              </a:defRPr>
            </a:lvl7pPr>
            <a:lvl8pPr>
              <a:defRPr sz="1350">
                <a:solidFill>
                  <a:srgbClr val="555555"/>
                </a:solidFill>
                <a:latin typeface="Google Sans Flex"/>
                <a:ea typeface="Google Sans Flex"/>
                <a:cs typeface="Google Sans Flex"/>
              </a:defRPr>
            </a:lvl8pPr>
            <a:lvl9pPr>
              <a:defRPr sz="1350">
                <a:solidFill>
                  <a:srgbClr val="555555"/>
                </a:solidFill>
                <a:latin typeface="Google Sans Flex"/>
                <a:ea typeface="Google Sans Flex"/>
                <a:cs typeface="Google Sans Flex"/>
              </a:defRPr>
            </a:lvl9pPr>
          </a:lstStyle>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Cloud spending and alert setup are deferred. A $25 alert is planned; it is not a spending cap. No measured monthly cost is claimed.</a:t>
            </a:r>
          </a:p>
        </p:txBody>
      </p:sp>
    </p:spTree>
    <p:extLst>
      <p:ext uri="{BB962C8B-B14F-4D97-AF65-F5344CB8AC3E}">
        <p14:creationId xmlns:p14="http://schemas.microsoft.com/office/powerpoint/2010/main" val="100130985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32" name="Google Shape;132;p23">
            <a:extLst xmlns:a="http://schemas.openxmlformats.org/drawingml/2006/main">
              <a:ext uri="{FF2B5EF4-FFF2-40B4-BE49-F238E27FC236}">
                <a16:creationId xmlns:a16="http://schemas.microsoft.com/office/drawing/2014/main" id="{1F334AA6-FDB3-4D95-9250-5B72C4D27DF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6b292ef7c884ccd">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33" name="Google Shape;133;p23">
            <a:extLst xmlns:a="http://schemas.openxmlformats.org/drawingml/2006/main">
              <a:ext uri="{FF2B5EF4-FFF2-40B4-BE49-F238E27FC236}">
                <a16:creationId xmlns:a16="http://schemas.microsoft.com/office/drawing/2014/main" id="{AC683C62-290A-4658-9D4D-ABD06DC44529}"/>
              </a:ext>
            </a:extLst>
          </p:cNvPr>
          <p:cNvPicPr>
            <a:picLocks xmlns:a="http://schemas.openxmlformats.org/drawingml/2006/main" noChangeAspect="1"/>
          </p:cNvPicPr>
          <p:nvPr/>
        </p:nvPicPr>
        <p:blipFill>
          <a:blip xmlns:r="http://schemas.openxmlformats.org/officeDocument/2006/relationships" xmlns:a="http://schemas.openxmlformats.org/drawingml/2006/main" r:embed="R0134ccb645fe410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34" name="Google Shape;134;p23">
            <a:extLst xmlns:a="http://schemas.openxmlformats.org/drawingml/2006/main">
              <a:ext uri="{FF2B5EF4-FFF2-40B4-BE49-F238E27FC236}">
                <a16:creationId xmlns:a16="http://schemas.microsoft.com/office/drawing/2014/main" id="{699F1F48-3921-486C-B728-F7BE168626EF}"/>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35" name="Google Shape;135;p23">
            <a:extLst xmlns:a="http://schemas.openxmlformats.org/drawingml/2006/main">
              <a:ext uri="{FF2B5EF4-FFF2-40B4-BE49-F238E27FC236}">
                <a16:creationId xmlns:a16="http://schemas.microsoft.com/office/drawing/2014/main" id="{2841BC2D-4463-4DC1-93E3-991B821E842D}"/>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Snapshots of the prototype</a:t>
            </a:r>
            <a:endParaRPr sz="1600">
              <a:latin typeface="Google Sans Flex Medium"/>
              <a:ea typeface="Google Sans Flex Medium"/>
              <a:cs typeface="Google Sans Flex Medium"/>
            </a:endParaRPr>
          </a:p>
        </p:txBody>
      </p:sp>
      <p:sp>
        <p:nvSpPr>
          <p:cNvPr id="136" name="snapshot-status">
            <a:extLst xmlns:a="http://schemas.openxmlformats.org/drawingml/2006/main">
              <a:ext uri="{FF2B5EF4-FFF2-40B4-BE49-F238E27FC236}">
                <a16:creationId xmlns:a16="http://schemas.microsoft.com/office/drawing/2014/main" id="{F5EA9E4D-3C1A-414B-B9D9-7513C083AF0B}"/>
              </a:ext>
            </a:extLst>
          </p:cNvPr>
          <p:cNvSpPr>
            <a:spLocks xmlns:a="http://schemas.openxmlformats.org/drawingml/2006/main" noGrp="1"/>
          </p:cNvSpPr>
          <p:nvPr/>
        </p:nvSpPr>
        <p:spPr>
          <a:xfrm xmlns:a="http://schemas.openxmlformats.org/drawingml/2006/main">
            <a:off x="495300" y="1495425"/>
            <a:ext cx="8153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111111"/>
                </a:solidFill>
                <a:latin typeface="Google Sans Flex"/>
                <a:ea typeface="Google Sans Flex"/>
                <a:cs typeface="Google Sans Flex"/>
              </a:defRPr>
            </a:defPPr>
            <a:lvl1pPr>
              <a:defRPr sz="2250" b="1">
                <a:solidFill>
                  <a:srgbClr val="111111"/>
                </a:solidFill>
                <a:latin typeface="Google Sans Flex"/>
                <a:ea typeface="Google Sans Flex"/>
                <a:cs typeface="Google Sans Flex"/>
              </a:defRPr>
            </a:lvl1pPr>
            <a:lvl2pPr>
              <a:defRPr sz="2250" b="1">
                <a:solidFill>
                  <a:srgbClr val="111111"/>
                </a:solidFill>
                <a:latin typeface="Google Sans Flex"/>
                <a:ea typeface="Google Sans Flex"/>
                <a:cs typeface="Google Sans Flex"/>
              </a:defRPr>
            </a:lvl2pPr>
            <a:lvl3pPr>
              <a:defRPr sz="2250" b="1">
                <a:solidFill>
                  <a:srgbClr val="111111"/>
                </a:solidFill>
                <a:latin typeface="Google Sans Flex"/>
                <a:ea typeface="Google Sans Flex"/>
                <a:cs typeface="Google Sans Flex"/>
              </a:defRPr>
            </a:lvl3pPr>
            <a:lvl4pPr>
              <a:defRPr sz="2250" b="1">
                <a:solidFill>
                  <a:srgbClr val="111111"/>
                </a:solidFill>
                <a:latin typeface="Google Sans Flex"/>
                <a:ea typeface="Google Sans Flex"/>
                <a:cs typeface="Google Sans Flex"/>
              </a:defRPr>
            </a:lvl4pPr>
            <a:lvl5pPr>
              <a:defRPr sz="2250" b="1">
                <a:solidFill>
                  <a:srgbClr val="111111"/>
                </a:solidFill>
                <a:latin typeface="Google Sans Flex"/>
                <a:ea typeface="Google Sans Flex"/>
                <a:cs typeface="Google Sans Flex"/>
              </a:defRPr>
            </a:lvl5pPr>
            <a:lvl6pPr>
              <a:defRPr sz="2250" b="1">
                <a:solidFill>
                  <a:srgbClr val="111111"/>
                </a:solidFill>
                <a:latin typeface="Google Sans Flex"/>
                <a:ea typeface="Google Sans Flex"/>
                <a:cs typeface="Google Sans Flex"/>
              </a:defRPr>
            </a:lvl6pPr>
            <a:lvl7pPr>
              <a:defRPr sz="2250" b="1">
                <a:solidFill>
                  <a:srgbClr val="111111"/>
                </a:solidFill>
                <a:latin typeface="Google Sans Flex"/>
                <a:ea typeface="Google Sans Flex"/>
                <a:cs typeface="Google Sans Flex"/>
              </a:defRPr>
            </a:lvl7pPr>
            <a:lvl8pPr>
              <a:defRPr sz="2250" b="1">
                <a:solidFill>
                  <a:srgbClr val="111111"/>
                </a:solidFill>
                <a:latin typeface="Google Sans Flex"/>
                <a:ea typeface="Google Sans Flex"/>
                <a:cs typeface="Google Sans Flex"/>
              </a:defRPr>
            </a:lvl8pPr>
            <a:lvl9pPr>
              <a:defRPr sz="2250" b="1">
                <a:solidFill>
                  <a:srgbClr val="111111"/>
                </a:solidFill>
                <a:latin typeface="Google Sans Flex"/>
                <a:ea typeface="Google Sans Flex"/>
                <a:cs typeface="Google Sans Flex"/>
              </a:defRPr>
            </a:lvl9pPr>
          </a:lstStyle>
          <a:p xmlns:a="http://schemas.openxmlformats.org/drawingml/2006/main">
            <a:pPr>
              <a:defRPr sz="2250" b="1">
                <a:solidFill>
                  <a:srgbClr val="111111"/>
                </a:solidFill>
                <a:latin typeface="Google Sans Flex"/>
                <a:ea typeface="Google Sans Flex"/>
                <a:cs typeface="Google Sans Flex"/>
              </a:defRPr>
            </a:pPr>
            <a:r>
              <a:rPr sz="2250" b="1">
                <a:solidFill>
                  <a:srgbClr val="111111"/>
                </a:solidFill>
                <a:latin typeface="Google Sans Flex"/>
                <a:ea typeface="Google Sans Flex"/>
                <a:cs typeface="Google Sans Flex"/>
              </a:rPr>
              <a:t>Actual browser capture pending</a:t>
            </a:r>
          </a:p>
        </p:txBody>
      </p:sp>
      <p:sp>
        <p:nvSpPr>
          <p:cNvPr id="137" name="snapshot-truth">
            <a:extLst xmlns:a="http://schemas.openxmlformats.org/drawingml/2006/main">
              <a:ext uri="{FF2B5EF4-FFF2-40B4-BE49-F238E27FC236}">
                <a16:creationId xmlns:a16="http://schemas.microsoft.com/office/drawing/2014/main" id="{E6BDEC69-76A2-443E-9461-D39D1B4CC762}"/>
              </a:ext>
            </a:extLst>
          </p:cNvPr>
          <p:cNvSpPr>
            <a:spLocks xmlns:a="http://schemas.openxmlformats.org/drawingml/2006/main" noGrp="1"/>
          </p:cNvSpPr>
          <p:nvPr/>
        </p:nvSpPr>
        <p:spPr>
          <a:xfrm xmlns:a="http://schemas.openxmlformats.org/drawingml/2006/main">
            <a:off x="495300" y="2190750"/>
            <a:ext cx="79629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a:solidFill>
                  <a:srgbClr val="111111"/>
                </a:solidFill>
                <a:latin typeface="Google Sans Flex"/>
                <a:ea typeface="Google Sans Flex"/>
                <a:cs typeface="Google Sans Flex"/>
              </a:defRPr>
            </a:defPPr>
            <a:lvl1pPr>
              <a:defRPr sz="1725">
                <a:solidFill>
                  <a:srgbClr val="111111"/>
                </a:solidFill>
                <a:latin typeface="Google Sans Flex"/>
                <a:ea typeface="Google Sans Flex"/>
                <a:cs typeface="Google Sans Flex"/>
              </a:defRPr>
            </a:lvl1pPr>
            <a:lvl2pPr>
              <a:defRPr sz="1725">
                <a:solidFill>
                  <a:srgbClr val="111111"/>
                </a:solidFill>
                <a:latin typeface="Google Sans Flex"/>
                <a:ea typeface="Google Sans Flex"/>
                <a:cs typeface="Google Sans Flex"/>
              </a:defRPr>
            </a:lvl2pPr>
            <a:lvl3pPr>
              <a:defRPr sz="1725">
                <a:solidFill>
                  <a:srgbClr val="111111"/>
                </a:solidFill>
                <a:latin typeface="Google Sans Flex"/>
                <a:ea typeface="Google Sans Flex"/>
                <a:cs typeface="Google Sans Flex"/>
              </a:defRPr>
            </a:lvl3pPr>
            <a:lvl4pPr>
              <a:defRPr sz="1725">
                <a:solidFill>
                  <a:srgbClr val="111111"/>
                </a:solidFill>
                <a:latin typeface="Google Sans Flex"/>
                <a:ea typeface="Google Sans Flex"/>
                <a:cs typeface="Google Sans Flex"/>
              </a:defRPr>
            </a:lvl4pPr>
            <a:lvl5pPr>
              <a:defRPr sz="1725">
                <a:solidFill>
                  <a:srgbClr val="111111"/>
                </a:solidFill>
                <a:latin typeface="Google Sans Flex"/>
                <a:ea typeface="Google Sans Flex"/>
                <a:cs typeface="Google Sans Flex"/>
              </a:defRPr>
            </a:lvl5pPr>
            <a:lvl6pPr>
              <a:defRPr sz="1725">
                <a:solidFill>
                  <a:srgbClr val="111111"/>
                </a:solidFill>
                <a:latin typeface="Google Sans Flex"/>
                <a:ea typeface="Google Sans Flex"/>
                <a:cs typeface="Google Sans Flex"/>
              </a:defRPr>
            </a:lvl6pPr>
            <a:lvl7pPr>
              <a:defRPr sz="1725">
                <a:solidFill>
                  <a:srgbClr val="111111"/>
                </a:solidFill>
                <a:latin typeface="Google Sans Flex"/>
                <a:ea typeface="Google Sans Flex"/>
                <a:cs typeface="Google Sans Flex"/>
              </a:defRPr>
            </a:lvl7pPr>
            <a:lvl8pPr>
              <a:defRPr sz="1725">
                <a:solidFill>
                  <a:srgbClr val="111111"/>
                </a:solidFill>
                <a:latin typeface="Google Sans Flex"/>
                <a:ea typeface="Google Sans Flex"/>
                <a:cs typeface="Google Sans Flex"/>
              </a:defRPr>
            </a:lvl8pPr>
            <a:lvl9pPr>
              <a:defRPr sz="1725">
                <a:solidFill>
                  <a:srgbClr val="111111"/>
                </a:solidFill>
                <a:latin typeface="Google Sans Flex"/>
                <a:ea typeface="Google Sans Flex"/>
                <a:cs typeface="Google Sans Flex"/>
              </a:defRPr>
            </a:lvl9pPr>
          </a:lstStyle>
          <a:p xmlns:a="http://schemas.openxmlformats.org/drawingml/2006/main">
            <a:pPr>
              <a:defRPr sz="1725">
                <a:solidFill>
                  <a:srgbClr val="111111"/>
                </a:solidFill>
                <a:latin typeface="Google Sans Flex"/>
                <a:ea typeface="Google Sans Flex"/>
                <a:cs typeface="Google Sans Flex"/>
              </a:defRPr>
            </a:pPr>
            <a:r>
              <a:rPr sz="1725">
                <a:solidFill>
                  <a:srgbClr val="111111"/>
                </a:solidFill>
                <a:latin typeface="Google Sans Flex"/>
                <a:ea typeface="Google Sans Flex"/>
                <a:cs typeface="Google Sans Flex"/>
              </a:rPr>
              <a:t>No illustration is presented as a product screenshot. The local interface needs a rendered review before these two captures can be added.</a:t>
            </a:r>
          </a:p>
        </p:txBody>
      </p:sp>
      <p:sp>
        <p:nvSpPr>
          <p:cNvPr id="138" name="separator">
            <a:extLst xmlns:a="http://schemas.openxmlformats.org/drawingml/2006/main">
              <a:ext uri="{FF2B5EF4-FFF2-40B4-BE49-F238E27FC236}">
                <a16:creationId xmlns:a16="http://schemas.microsoft.com/office/drawing/2014/main" id="{6B6EF0AE-ADE8-4C6D-9F7E-632697C5B7B2}"/>
              </a:ext>
            </a:extLst>
          </p:cNvPr>
          <p:cNvSpPr>
            <a:spLocks xmlns:a="http://schemas.openxmlformats.org/drawingml/2006/main" noGrp="1"/>
          </p:cNvSpPr>
          <p:nvPr/>
        </p:nvSpPr>
        <p:spPr>
          <a:xfrm xmlns:a="http://schemas.openxmlformats.org/drawingml/2006/main">
            <a:off x="495300" y="3257550"/>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39" name="capture-a">
            <a:extLst xmlns:a="http://schemas.openxmlformats.org/drawingml/2006/main">
              <a:ext uri="{FF2B5EF4-FFF2-40B4-BE49-F238E27FC236}">
                <a16:creationId xmlns:a16="http://schemas.microsoft.com/office/drawing/2014/main" id="{D93B43E1-DF9D-463C-BA9D-876A0C7CB198}"/>
              </a:ext>
            </a:extLst>
          </p:cNvPr>
          <p:cNvSpPr>
            <a:spLocks xmlns:a="http://schemas.openxmlformats.org/drawingml/2006/main" noGrp="1"/>
          </p:cNvSpPr>
          <p:nvPr/>
        </p:nvSpPr>
        <p:spPr>
          <a:xfrm xmlns:a="http://schemas.openxmlformats.org/drawingml/2006/main">
            <a:off x="495300" y="3524250"/>
            <a:ext cx="381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11111"/>
                </a:solidFill>
                <a:latin typeface="Google Sans Flex"/>
                <a:ea typeface="Google Sans Flex"/>
                <a:cs typeface="Google Sans Flex"/>
              </a:defRPr>
            </a:defPPr>
            <a:lvl1pPr>
              <a:defRPr sz="1350" b="1">
                <a:solidFill>
                  <a:srgbClr val="111111"/>
                </a:solidFill>
                <a:latin typeface="Google Sans Flex"/>
                <a:ea typeface="Google Sans Flex"/>
                <a:cs typeface="Google Sans Flex"/>
              </a:defRPr>
            </a:lvl1pPr>
            <a:lvl2pPr>
              <a:defRPr sz="1350" b="1">
                <a:solidFill>
                  <a:srgbClr val="111111"/>
                </a:solidFill>
                <a:latin typeface="Google Sans Flex"/>
                <a:ea typeface="Google Sans Flex"/>
                <a:cs typeface="Google Sans Flex"/>
              </a:defRPr>
            </a:lvl2pPr>
            <a:lvl3pPr>
              <a:defRPr sz="1350" b="1">
                <a:solidFill>
                  <a:srgbClr val="111111"/>
                </a:solidFill>
                <a:latin typeface="Google Sans Flex"/>
                <a:ea typeface="Google Sans Flex"/>
                <a:cs typeface="Google Sans Flex"/>
              </a:defRPr>
            </a:lvl3pPr>
            <a:lvl4pPr>
              <a:defRPr sz="1350" b="1">
                <a:solidFill>
                  <a:srgbClr val="111111"/>
                </a:solidFill>
                <a:latin typeface="Google Sans Flex"/>
                <a:ea typeface="Google Sans Flex"/>
                <a:cs typeface="Google Sans Flex"/>
              </a:defRPr>
            </a:lvl4pPr>
            <a:lvl5pPr>
              <a:defRPr sz="1350" b="1">
                <a:solidFill>
                  <a:srgbClr val="111111"/>
                </a:solidFill>
                <a:latin typeface="Google Sans Flex"/>
                <a:ea typeface="Google Sans Flex"/>
                <a:cs typeface="Google Sans Flex"/>
              </a:defRPr>
            </a:lvl5pPr>
            <a:lvl6pPr>
              <a:defRPr sz="1350" b="1">
                <a:solidFill>
                  <a:srgbClr val="111111"/>
                </a:solidFill>
                <a:latin typeface="Google Sans Flex"/>
                <a:ea typeface="Google Sans Flex"/>
                <a:cs typeface="Google Sans Flex"/>
              </a:defRPr>
            </a:lvl6pPr>
            <a:lvl7pPr>
              <a:defRPr sz="1350" b="1">
                <a:solidFill>
                  <a:srgbClr val="111111"/>
                </a:solidFill>
                <a:latin typeface="Google Sans Flex"/>
                <a:ea typeface="Google Sans Flex"/>
                <a:cs typeface="Google Sans Flex"/>
              </a:defRPr>
            </a:lvl7pPr>
            <a:lvl8pPr>
              <a:defRPr sz="1350" b="1">
                <a:solidFill>
                  <a:srgbClr val="111111"/>
                </a:solidFill>
                <a:latin typeface="Google Sans Flex"/>
                <a:ea typeface="Google Sans Flex"/>
                <a:cs typeface="Google Sans Flex"/>
              </a:defRPr>
            </a:lvl8pPr>
            <a:lvl9pPr>
              <a:defRPr sz="1350" b="1">
                <a:solidFill>
                  <a:srgbClr val="111111"/>
                </a:solidFill>
                <a:latin typeface="Google Sans Flex"/>
                <a:ea typeface="Google Sans Flex"/>
                <a:cs typeface="Google Sans Flex"/>
              </a:defRPr>
            </a:lvl9pPr>
          </a:lstStyle>
          <a:p xmlns:a="http://schemas.openxmlformats.org/drawingml/2006/main">
            <a:pPr>
              <a:defRPr sz="1350" b="1">
                <a:solidFill>
                  <a:srgbClr val="111111"/>
                </a:solidFill>
                <a:latin typeface="Google Sans Flex"/>
                <a:ea typeface="Google Sans Flex"/>
                <a:cs typeface="Google Sans Flex"/>
              </a:defRPr>
            </a:pPr>
            <a:r>
              <a:rPr sz="1350" b="1">
                <a:solidFill>
                  <a:srgbClr val="111111"/>
                </a:solidFill>
                <a:latin typeface="Google Sans Flex"/>
                <a:ea typeface="Google Sans Flex"/>
                <a:cs typeface="Google Sans Flex"/>
              </a:rPr>
              <a:t>Required capture 1</a:t>
            </a:r>
          </a:p>
        </p:txBody>
      </p:sp>
      <p:sp>
        <p:nvSpPr>
          <p:cNvPr id="140" name="capture-a-copy">
            <a:extLst xmlns:a="http://schemas.openxmlformats.org/drawingml/2006/main">
              <a:ext uri="{FF2B5EF4-FFF2-40B4-BE49-F238E27FC236}">
                <a16:creationId xmlns:a16="http://schemas.microsoft.com/office/drawing/2014/main" id="{83BB3CAE-9C6B-43D3-B9D9-E879081BD74F}"/>
              </a:ext>
            </a:extLst>
          </p:cNvPr>
          <p:cNvSpPr>
            <a:spLocks xmlns:a="http://schemas.openxmlformats.org/drawingml/2006/main" noGrp="1"/>
          </p:cNvSpPr>
          <p:nvPr/>
        </p:nvSpPr>
        <p:spPr>
          <a:xfrm xmlns:a="http://schemas.openxmlformats.org/drawingml/2006/main">
            <a:off x="495300" y="3905250"/>
            <a:ext cx="381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111111"/>
                </a:solidFill>
                <a:latin typeface="Google Sans Flex"/>
                <a:ea typeface="Google Sans Flex"/>
                <a:cs typeface="Google Sans Flex"/>
              </a:defRPr>
            </a:defPPr>
            <a:lvl1pPr>
              <a:defRPr sz="1500">
                <a:solidFill>
                  <a:srgbClr val="111111"/>
                </a:solidFill>
                <a:latin typeface="Google Sans Flex"/>
                <a:ea typeface="Google Sans Flex"/>
                <a:cs typeface="Google Sans Flex"/>
              </a:defRPr>
            </a:lvl1pPr>
            <a:lvl2pPr>
              <a:defRPr sz="1500">
                <a:solidFill>
                  <a:srgbClr val="111111"/>
                </a:solidFill>
                <a:latin typeface="Google Sans Flex"/>
                <a:ea typeface="Google Sans Flex"/>
                <a:cs typeface="Google Sans Flex"/>
              </a:defRPr>
            </a:lvl2pPr>
            <a:lvl3pPr>
              <a:defRPr sz="1500">
                <a:solidFill>
                  <a:srgbClr val="111111"/>
                </a:solidFill>
                <a:latin typeface="Google Sans Flex"/>
                <a:ea typeface="Google Sans Flex"/>
                <a:cs typeface="Google Sans Flex"/>
              </a:defRPr>
            </a:lvl3pPr>
            <a:lvl4pPr>
              <a:defRPr sz="1500">
                <a:solidFill>
                  <a:srgbClr val="111111"/>
                </a:solidFill>
                <a:latin typeface="Google Sans Flex"/>
                <a:ea typeface="Google Sans Flex"/>
                <a:cs typeface="Google Sans Flex"/>
              </a:defRPr>
            </a:lvl4pPr>
            <a:lvl5pPr>
              <a:defRPr sz="1500">
                <a:solidFill>
                  <a:srgbClr val="111111"/>
                </a:solidFill>
                <a:latin typeface="Google Sans Flex"/>
                <a:ea typeface="Google Sans Flex"/>
                <a:cs typeface="Google Sans Flex"/>
              </a:defRPr>
            </a:lvl5pPr>
            <a:lvl6pPr>
              <a:defRPr sz="1500">
                <a:solidFill>
                  <a:srgbClr val="111111"/>
                </a:solidFill>
                <a:latin typeface="Google Sans Flex"/>
                <a:ea typeface="Google Sans Flex"/>
                <a:cs typeface="Google Sans Flex"/>
              </a:defRPr>
            </a:lvl6pPr>
            <a:lvl7pPr>
              <a:defRPr sz="1500">
                <a:solidFill>
                  <a:srgbClr val="111111"/>
                </a:solidFill>
                <a:latin typeface="Google Sans Flex"/>
                <a:ea typeface="Google Sans Flex"/>
                <a:cs typeface="Google Sans Flex"/>
              </a:defRPr>
            </a:lvl7pPr>
            <a:lvl8pPr>
              <a:defRPr sz="1500">
                <a:solidFill>
                  <a:srgbClr val="111111"/>
                </a:solidFill>
                <a:latin typeface="Google Sans Flex"/>
                <a:ea typeface="Google Sans Flex"/>
                <a:cs typeface="Google Sans Flex"/>
              </a:defRPr>
            </a:lvl8pPr>
            <a:lvl9pPr>
              <a:defRPr sz="1500">
                <a:solidFill>
                  <a:srgbClr val="111111"/>
                </a:solidFill>
                <a:latin typeface="Google Sans Flex"/>
                <a:ea typeface="Google Sans Flex"/>
                <a:cs typeface="Google Sans Flex"/>
              </a:defRPr>
            </a:lvl9pPr>
          </a:lstStyle>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Homepage and ward map</a:t>
            </a:r>
          </a:p>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Include the visible demo-data label</a:t>
            </a:r>
          </a:p>
        </p:txBody>
      </p:sp>
      <p:sp>
        <p:nvSpPr>
          <p:cNvPr id="141" name="capture-b">
            <a:extLst xmlns:a="http://schemas.openxmlformats.org/drawingml/2006/main">
              <a:ext uri="{FF2B5EF4-FFF2-40B4-BE49-F238E27FC236}">
                <a16:creationId xmlns:a16="http://schemas.microsoft.com/office/drawing/2014/main" id="{3876735A-CDCF-4DE1-865B-4E64C901E475}"/>
              </a:ext>
            </a:extLst>
          </p:cNvPr>
          <p:cNvSpPr>
            <a:spLocks xmlns:a="http://schemas.openxmlformats.org/drawingml/2006/main" noGrp="1"/>
          </p:cNvSpPr>
          <p:nvPr/>
        </p:nvSpPr>
        <p:spPr>
          <a:xfrm xmlns:a="http://schemas.openxmlformats.org/drawingml/2006/main">
            <a:off x="4762500" y="3524250"/>
            <a:ext cx="381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11111"/>
                </a:solidFill>
                <a:latin typeface="Google Sans Flex"/>
                <a:ea typeface="Google Sans Flex"/>
                <a:cs typeface="Google Sans Flex"/>
              </a:defRPr>
            </a:defPPr>
            <a:lvl1pPr>
              <a:defRPr sz="1350" b="1">
                <a:solidFill>
                  <a:srgbClr val="111111"/>
                </a:solidFill>
                <a:latin typeface="Google Sans Flex"/>
                <a:ea typeface="Google Sans Flex"/>
                <a:cs typeface="Google Sans Flex"/>
              </a:defRPr>
            </a:lvl1pPr>
            <a:lvl2pPr>
              <a:defRPr sz="1350" b="1">
                <a:solidFill>
                  <a:srgbClr val="111111"/>
                </a:solidFill>
                <a:latin typeface="Google Sans Flex"/>
                <a:ea typeface="Google Sans Flex"/>
                <a:cs typeface="Google Sans Flex"/>
              </a:defRPr>
            </a:lvl2pPr>
            <a:lvl3pPr>
              <a:defRPr sz="1350" b="1">
                <a:solidFill>
                  <a:srgbClr val="111111"/>
                </a:solidFill>
                <a:latin typeface="Google Sans Flex"/>
                <a:ea typeface="Google Sans Flex"/>
                <a:cs typeface="Google Sans Flex"/>
              </a:defRPr>
            </a:lvl3pPr>
            <a:lvl4pPr>
              <a:defRPr sz="1350" b="1">
                <a:solidFill>
                  <a:srgbClr val="111111"/>
                </a:solidFill>
                <a:latin typeface="Google Sans Flex"/>
                <a:ea typeface="Google Sans Flex"/>
                <a:cs typeface="Google Sans Flex"/>
              </a:defRPr>
            </a:lvl4pPr>
            <a:lvl5pPr>
              <a:defRPr sz="1350" b="1">
                <a:solidFill>
                  <a:srgbClr val="111111"/>
                </a:solidFill>
                <a:latin typeface="Google Sans Flex"/>
                <a:ea typeface="Google Sans Flex"/>
                <a:cs typeface="Google Sans Flex"/>
              </a:defRPr>
            </a:lvl5pPr>
            <a:lvl6pPr>
              <a:defRPr sz="1350" b="1">
                <a:solidFill>
                  <a:srgbClr val="111111"/>
                </a:solidFill>
                <a:latin typeface="Google Sans Flex"/>
                <a:ea typeface="Google Sans Flex"/>
                <a:cs typeface="Google Sans Flex"/>
              </a:defRPr>
            </a:lvl6pPr>
            <a:lvl7pPr>
              <a:defRPr sz="1350" b="1">
                <a:solidFill>
                  <a:srgbClr val="111111"/>
                </a:solidFill>
                <a:latin typeface="Google Sans Flex"/>
                <a:ea typeface="Google Sans Flex"/>
                <a:cs typeface="Google Sans Flex"/>
              </a:defRPr>
            </a:lvl7pPr>
            <a:lvl8pPr>
              <a:defRPr sz="1350" b="1">
                <a:solidFill>
                  <a:srgbClr val="111111"/>
                </a:solidFill>
                <a:latin typeface="Google Sans Flex"/>
                <a:ea typeface="Google Sans Flex"/>
                <a:cs typeface="Google Sans Flex"/>
              </a:defRPr>
            </a:lvl8pPr>
            <a:lvl9pPr>
              <a:defRPr sz="1350" b="1">
                <a:solidFill>
                  <a:srgbClr val="111111"/>
                </a:solidFill>
                <a:latin typeface="Google Sans Flex"/>
                <a:ea typeface="Google Sans Flex"/>
                <a:cs typeface="Google Sans Flex"/>
              </a:defRPr>
            </a:lvl9pPr>
          </a:lstStyle>
          <a:p xmlns:a="http://schemas.openxmlformats.org/drawingml/2006/main">
            <a:pPr>
              <a:defRPr sz="1350" b="1">
                <a:solidFill>
                  <a:srgbClr val="111111"/>
                </a:solidFill>
                <a:latin typeface="Google Sans Flex"/>
                <a:ea typeface="Google Sans Flex"/>
                <a:cs typeface="Google Sans Flex"/>
              </a:defRPr>
            </a:pPr>
            <a:r>
              <a:rPr sz="1350" b="1">
                <a:solidFill>
                  <a:srgbClr val="111111"/>
                </a:solidFill>
                <a:latin typeface="Google Sans Flex"/>
                <a:ea typeface="Google Sans Flex"/>
                <a:cs typeface="Google Sans Flex"/>
              </a:rPr>
              <a:t>Required capture 2</a:t>
            </a:r>
          </a:p>
        </p:txBody>
      </p:sp>
      <p:sp>
        <p:nvSpPr>
          <p:cNvPr id="142" name="capture-b-copy">
            <a:extLst xmlns:a="http://schemas.openxmlformats.org/drawingml/2006/main">
              <a:ext uri="{FF2B5EF4-FFF2-40B4-BE49-F238E27FC236}">
                <a16:creationId xmlns:a16="http://schemas.microsoft.com/office/drawing/2014/main" id="{4A664BC4-DEC7-4CC6-A518-4B68E2918E57}"/>
              </a:ext>
            </a:extLst>
          </p:cNvPr>
          <p:cNvSpPr>
            <a:spLocks xmlns:a="http://schemas.openxmlformats.org/drawingml/2006/main" noGrp="1"/>
          </p:cNvSpPr>
          <p:nvPr/>
        </p:nvSpPr>
        <p:spPr>
          <a:xfrm xmlns:a="http://schemas.openxmlformats.org/drawingml/2006/main">
            <a:off x="4762500" y="3905250"/>
            <a:ext cx="381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111111"/>
                </a:solidFill>
                <a:latin typeface="Google Sans Flex"/>
                <a:ea typeface="Google Sans Flex"/>
                <a:cs typeface="Google Sans Flex"/>
              </a:defRPr>
            </a:defPPr>
            <a:lvl1pPr>
              <a:defRPr sz="1500">
                <a:solidFill>
                  <a:srgbClr val="111111"/>
                </a:solidFill>
                <a:latin typeface="Google Sans Flex"/>
                <a:ea typeface="Google Sans Flex"/>
                <a:cs typeface="Google Sans Flex"/>
              </a:defRPr>
            </a:lvl1pPr>
            <a:lvl2pPr>
              <a:defRPr sz="1500">
                <a:solidFill>
                  <a:srgbClr val="111111"/>
                </a:solidFill>
                <a:latin typeface="Google Sans Flex"/>
                <a:ea typeface="Google Sans Flex"/>
                <a:cs typeface="Google Sans Flex"/>
              </a:defRPr>
            </a:lvl2pPr>
            <a:lvl3pPr>
              <a:defRPr sz="1500">
                <a:solidFill>
                  <a:srgbClr val="111111"/>
                </a:solidFill>
                <a:latin typeface="Google Sans Flex"/>
                <a:ea typeface="Google Sans Flex"/>
                <a:cs typeface="Google Sans Flex"/>
              </a:defRPr>
            </a:lvl3pPr>
            <a:lvl4pPr>
              <a:defRPr sz="1500">
                <a:solidFill>
                  <a:srgbClr val="111111"/>
                </a:solidFill>
                <a:latin typeface="Google Sans Flex"/>
                <a:ea typeface="Google Sans Flex"/>
                <a:cs typeface="Google Sans Flex"/>
              </a:defRPr>
            </a:lvl4pPr>
            <a:lvl5pPr>
              <a:defRPr sz="1500">
                <a:solidFill>
                  <a:srgbClr val="111111"/>
                </a:solidFill>
                <a:latin typeface="Google Sans Flex"/>
                <a:ea typeface="Google Sans Flex"/>
                <a:cs typeface="Google Sans Flex"/>
              </a:defRPr>
            </a:lvl5pPr>
            <a:lvl6pPr>
              <a:defRPr sz="1500">
                <a:solidFill>
                  <a:srgbClr val="111111"/>
                </a:solidFill>
                <a:latin typeface="Google Sans Flex"/>
                <a:ea typeface="Google Sans Flex"/>
                <a:cs typeface="Google Sans Flex"/>
              </a:defRPr>
            </a:lvl6pPr>
            <a:lvl7pPr>
              <a:defRPr sz="1500">
                <a:solidFill>
                  <a:srgbClr val="111111"/>
                </a:solidFill>
                <a:latin typeface="Google Sans Flex"/>
                <a:ea typeface="Google Sans Flex"/>
                <a:cs typeface="Google Sans Flex"/>
              </a:defRPr>
            </a:lvl7pPr>
            <a:lvl8pPr>
              <a:defRPr sz="1500">
                <a:solidFill>
                  <a:srgbClr val="111111"/>
                </a:solidFill>
                <a:latin typeface="Google Sans Flex"/>
                <a:ea typeface="Google Sans Flex"/>
                <a:cs typeface="Google Sans Flex"/>
              </a:defRPr>
            </a:lvl8pPr>
            <a:lvl9pPr>
              <a:defRPr sz="1500">
                <a:solidFill>
                  <a:srgbClr val="111111"/>
                </a:solidFill>
                <a:latin typeface="Google Sans Flex"/>
                <a:ea typeface="Google Sans Flex"/>
                <a:cs typeface="Google Sans Flex"/>
              </a:defRPr>
            </a:lvl9pPr>
          </a:lstStyle>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Issue evidence and officer workflow</a:t>
            </a:r>
          </a:p>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Use the verified deployed build</a:t>
            </a:r>
          </a:p>
        </p:txBody>
      </p:sp>
    </p:spTree>
    <p:extLst>
      <p:ext uri="{BB962C8B-B14F-4D97-AF65-F5344CB8AC3E}">
        <p14:creationId xmlns:p14="http://schemas.microsoft.com/office/powerpoint/2010/main" val="155130352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40" name="Google Shape;140;p24">
            <a:extLst xmlns:a="http://schemas.openxmlformats.org/drawingml/2006/main">
              <a:ext uri="{FF2B5EF4-FFF2-40B4-BE49-F238E27FC236}">
                <a16:creationId xmlns:a16="http://schemas.microsoft.com/office/drawing/2014/main" id="{892AEE7E-12DE-438F-88F1-7B1C7F9C74D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0322f565a5e4cd1">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41" name="Google Shape;141;p24">
            <a:extLst xmlns:a="http://schemas.openxmlformats.org/drawingml/2006/main">
              <a:ext uri="{FF2B5EF4-FFF2-40B4-BE49-F238E27FC236}">
                <a16:creationId xmlns:a16="http://schemas.microsoft.com/office/drawing/2014/main" id="{CD9565D4-D705-4865-8B1E-6C0FA5000BA3}"/>
              </a:ext>
            </a:extLst>
          </p:cNvPr>
          <p:cNvPicPr>
            <a:picLocks xmlns:a="http://schemas.openxmlformats.org/drawingml/2006/main" noChangeAspect="1"/>
          </p:cNvPicPr>
          <p:nvPr/>
        </p:nvPicPr>
        <p:blipFill>
          <a:blip xmlns:r="http://schemas.openxmlformats.org/officeDocument/2006/relationships" xmlns:a="http://schemas.openxmlformats.org/drawingml/2006/main" r:embed="Rce2acac53f0f48f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42" name="Google Shape;142;p24">
            <a:extLst xmlns:a="http://schemas.openxmlformats.org/drawingml/2006/main">
              <a:ext uri="{FF2B5EF4-FFF2-40B4-BE49-F238E27FC236}">
                <a16:creationId xmlns:a16="http://schemas.microsoft.com/office/drawing/2014/main" id="{FC5911BC-C44A-443B-B7DA-0F22514615BE}"/>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3" name="Google Shape;143;p24">
            <a:extLst xmlns:a="http://schemas.openxmlformats.org/drawingml/2006/main">
              <a:ext uri="{FF2B5EF4-FFF2-40B4-BE49-F238E27FC236}">
                <a16:creationId xmlns:a16="http://schemas.microsoft.com/office/drawing/2014/main" id="{532728AC-5AFC-4086-AA95-C018466D4FCF}"/>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Prototype Performance report/Benchmarking</a:t>
            </a:r>
            <a:endParaRPr sz="1600">
              <a:latin typeface="Google Sans Flex Medium"/>
              <a:ea typeface="Google Sans Flex Medium"/>
              <a:cs typeface="Google Sans Flex Medium"/>
            </a:endParaRPr>
          </a:p>
        </p:txBody>
      </p:sp>
      <p:sp>
        <p:nvSpPr>
          <p:cNvPr id="144" name="test-label-0">
            <a:extLst xmlns:a="http://schemas.openxmlformats.org/drawingml/2006/main">
              <a:ext uri="{FF2B5EF4-FFF2-40B4-BE49-F238E27FC236}">
                <a16:creationId xmlns:a16="http://schemas.microsoft.com/office/drawing/2014/main" id="{2AAD18AF-1409-466F-8ECC-C4D25A6D6B34}"/>
              </a:ext>
            </a:extLst>
          </p:cNvPr>
          <p:cNvSpPr>
            <a:spLocks xmlns:a="http://schemas.openxmlformats.org/drawingml/2006/main" noGrp="1"/>
          </p:cNvSpPr>
          <p:nvPr/>
        </p:nvSpPr>
        <p:spPr>
          <a:xfrm xmlns:a="http://schemas.openxmlformats.org/drawingml/2006/main">
            <a:off x="495300" y="141922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Ward dataset</a:t>
            </a:r>
          </a:p>
        </p:txBody>
      </p:sp>
      <p:sp>
        <p:nvSpPr>
          <p:cNvPr id="145" name="test-value-0">
            <a:extLst xmlns:a="http://schemas.openxmlformats.org/drawingml/2006/main">
              <a:ext uri="{FF2B5EF4-FFF2-40B4-BE49-F238E27FC236}">
                <a16:creationId xmlns:a16="http://schemas.microsoft.com/office/drawing/2014/main" id="{1DC22472-6479-4C34-9F39-DF0745EEE434}"/>
              </a:ext>
            </a:extLst>
          </p:cNvPr>
          <p:cNvSpPr>
            <a:spLocks xmlns:a="http://schemas.openxmlformats.org/drawingml/2006/main" noGrp="1"/>
          </p:cNvSpPr>
          <p:nvPr/>
        </p:nvSpPr>
        <p:spPr>
          <a:xfrm xmlns:a="http://schemas.openxmlformats.org/drawingml/2006/main">
            <a:off x="2514600" y="1419225"/>
            <a:ext cx="6115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369 wards; 5 corporations; all representative points inside polygons</a:t>
            </a:r>
          </a:p>
        </p:txBody>
      </p:sp>
      <p:sp>
        <p:nvSpPr>
          <p:cNvPr id="146" name="test-label-1">
            <a:extLst xmlns:a="http://schemas.openxmlformats.org/drawingml/2006/main">
              <a:ext uri="{FF2B5EF4-FFF2-40B4-BE49-F238E27FC236}">
                <a16:creationId xmlns:a16="http://schemas.microsoft.com/office/drawing/2014/main" id="{6789B630-A3E2-4348-851B-18F4447F7390}"/>
              </a:ext>
            </a:extLst>
          </p:cNvPr>
          <p:cNvSpPr>
            <a:spLocks xmlns:a="http://schemas.openxmlformats.org/drawingml/2006/main" noGrp="1"/>
          </p:cNvSpPr>
          <p:nvPr/>
        </p:nvSpPr>
        <p:spPr>
          <a:xfrm xmlns:a="http://schemas.openxmlformats.org/drawingml/2006/main">
            <a:off x="495300" y="193357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Seed integrity</a:t>
            </a:r>
          </a:p>
        </p:txBody>
      </p:sp>
      <p:sp>
        <p:nvSpPr>
          <p:cNvPr id="147" name="test-value-1">
            <a:extLst xmlns:a="http://schemas.openxmlformats.org/drawingml/2006/main">
              <a:ext uri="{FF2B5EF4-FFF2-40B4-BE49-F238E27FC236}">
                <a16:creationId xmlns:a16="http://schemas.microsoft.com/office/drawing/2014/main" id="{2C10DCC1-F220-4A4D-AFCF-407F2C223DA7}"/>
              </a:ext>
            </a:extLst>
          </p:cNvPr>
          <p:cNvSpPr>
            <a:spLocks xmlns:a="http://schemas.openxmlformats.org/drawingml/2006/main" noGrp="1"/>
          </p:cNvSpPr>
          <p:nvPr/>
        </p:nvSpPr>
        <p:spPr>
          <a:xfrm xmlns:a="http://schemas.openxmlformats.org/drawingml/2006/main">
            <a:off x="2514600" y="1933575"/>
            <a:ext cx="6115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200 demo histories replay; 1498 events; deterministic output hash</a:t>
            </a:r>
          </a:p>
        </p:txBody>
      </p:sp>
      <p:sp>
        <p:nvSpPr>
          <p:cNvPr id="148" name="test-label-2">
            <a:extLst xmlns:a="http://schemas.openxmlformats.org/drawingml/2006/main">
              <a:ext uri="{FF2B5EF4-FFF2-40B4-BE49-F238E27FC236}">
                <a16:creationId xmlns:a16="http://schemas.microsoft.com/office/drawing/2014/main" id="{B34F932A-802F-4F17-A30A-471F505A6726}"/>
              </a:ext>
            </a:extLst>
          </p:cNvPr>
          <p:cNvSpPr>
            <a:spLocks xmlns:a="http://schemas.openxmlformats.org/drawingml/2006/main" noGrp="1"/>
          </p:cNvSpPr>
          <p:nvPr/>
        </p:nvSpPr>
        <p:spPr>
          <a:xfrm xmlns:a="http://schemas.openxmlformats.org/drawingml/2006/main">
            <a:off x="495300" y="244792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Media integrity</a:t>
            </a:r>
          </a:p>
        </p:txBody>
      </p:sp>
      <p:sp>
        <p:nvSpPr>
          <p:cNvPr id="149" name="test-value-2">
            <a:extLst xmlns:a="http://schemas.openxmlformats.org/drawingml/2006/main">
              <a:ext uri="{FF2B5EF4-FFF2-40B4-BE49-F238E27FC236}">
                <a16:creationId xmlns:a16="http://schemas.microsoft.com/office/drawing/2014/main" id="{DC6B5378-0BB1-4A87-A004-79672B1A2C69}"/>
              </a:ext>
            </a:extLst>
          </p:cNvPr>
          <p:cNvSpPr>
            <a:spLocks xmlns:a="http://schemas.openxmlformats.org/drawingml/2006/main" noGrp="1"/>
          </p:cNvSpPr>
          <p:nvPr/>
        </p:nvSpPr>
        <p:spPr>
          <a:xfrm xmlns:a="http://schemas.openxmlformats.org/drawingml/2006/main">
            <a:off x="2514600" y="2447925"/>
            <a:ext cx="6115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14 JPEGs without EXIF/XMP/IPTC; 17 sample fingerprints match</a:t>
            </a:r>
          </a:p>
        </p:txBody>
      </p:sp>
      <p:sp>
        <p:nvSpPr>
          <p:cNvPr id="150" name="test-label-3">
            <a:extLst xmlns:a="http://schemas.openxmlformats.org/drawingml/2006/main">
              <a:ext uri="{FF2B5EF4-FFF2-40B4-BE49-F238E27FC236}">
                <a16:creationId xmlns:a16="http://schemas.microsoft.com/office/drawing/2014/main" id="{1EE30307-302F-4430-948A-DD9DA65A5F42}"/>
              </a:ext>
            </a:extLst>
          </p:cNvPr>
          <p:cNvSpPr>
            <a:spLocks xmlns:a="http://schemas.openxmlformats.org/drawingml/2006/main" noGrp="1"/>
          </p:cNvSpPr>
          <p:nvPr/>
        </p:nvSpPr>
        <p:spPr>
          <a:xfrm xmlns:a="http://schemas.openxmlformats.org/drawingml/2006/main">
            <a:off x="495300" y="2962275"/>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1">
                <a:solidFill>
                  <a:srgbClr val="111111"/>
                </a:solidFill>
                <a:latin typeface="Google Sans Flex"/>
                <a:ea typeface="Google Sans Flex"/>
                <a:cs typeface="Google Sans Flex"/>
              </a:defRPr>
            </a:defPPr>
            <a:lvl1pPr>
              <a:defRPr sz="1425" b="1">
                <a:solidFill>
                  <a:srgbClr val="111111"/>
                </a:solidFill>
                <a:latin typeface="Google Sans Flex"/>
                <a:ea typeface="Google Sans Flex"/>
                <a:cs typeface="Google Sans Flex"/>
              </a:defRPr>
            </a:lvl1pPr>
            <a:lvl2pPr>
              <a:defRPr sz="1425" b="1">
                <a:solidFill>
                  <a:srgbClr val="111111"/>
                </a:solidFill>
                <a:latin typeface="Google Sans Flex"/>
                <a:ea typeface="Google Sans Flex"/>
                <a:cs typeface="Google Sans Flex"/>
              </a:defRPr>
            </a:lvl2pPr>
            <a:lvl3pPr>
              <a:defRPr sz="1425" b="1">
                <a:solidFill>
                  <a:srgbClr val="111111"/>
                </a:solidFill>
                <a:latin typeface="Google Sans Flex"/>
                <a:ea typeface="Google Sans Flex"/>
                <a:cs typeface="Google Sans Flex"/>
              </a:defRPr>
            </a:lvl3pPr>
            <a:lvl4pPr>
              <a:defRPr sz="1425" b="1">
                <a:solidFill>
                  <a:srgbClr val="111111"/>
                </a:solidFill>
                <a:latin typeface="Google Sans Flex"/>
                <a:ea typeface="Google Sans Flex"/>
                <a:cs typeface="Google Sans Flex"/>
              </a:defRPr>
            </a:lvl4pPr>
            <a:lvl5pPr>
              <a:defRPr sz="1425" b="1">
                <a:solidFill>
                  <a:srgbClr val="111111"/>
                </a:solidFill>
                <a:latin typeface="Google Sans Flex"/>
                <a:ea typeface="Google Sans Flex"/>
                <a:cs typeface="Google Sans Flex"/>
              </a:defRPr>
            </a:lvl5pPr>
            <a:lvl6pPr>
              <a:defRPr sz="1425" b="1">
                <a:solidFill>
                  <a:srgbClr val="111111"/>
                </a:solidFill>
                <a:latin typeface="Google Sans Flex"/>
                <a:ea typeface="Google Sans Flex"/>
                <a:cs typeface="Google Sans Flex"/>
              </a:defRPr>
            </a:lvl6pPr>
            <a:lvl7pPr>
              <a:defRPr sz="1425" b="1">
                <a:solidFill>
                  <a:srgbClr val="111111"/>
                </a:solidFill>
                <a:latin typeface="Google Sans Flex"/>
                <a:ea typeface="Google Sans Flex"/>
                <a:cs typeface="Google Sans Flex"/>
              </a:defRPr>
            </a:lvl7pPr>
            <a:lvl8pPr>
              <a:defRPr sz="1425" b="1">
                <a:solidFill>
                  <a:srgbClr val="111111"/>
                </a:solidFill>
                <a:latin typeface="Google Sans Flex"/>
                <a:ea typeface="Google Sans Flex"/>
                <a:cs typeface="Google Sans Flex"/>
              </a:defRPr>
            </a:lvl8pPr>
            <a:lvl9pPr>
              <a:defRPr sz="1425" b="1">
                <a:solidFill>
                  <a:srgbClr val="111111"/>
                </a:solidFill>
                <a:latin typeface="Google Sans Flex"/>
                <a:ea typeface="Google Sans Flex"/>
                <a:cs typeface="Google Sans Flex"/>
              </a:defRPr>
            </a:lvl9pPr>
          </a:lstStyle>
          <a:p xmlns:a="http://schemas.openxmlformats.org/drawingml/2006/main">
            <a:pPr>
              <a:defRPr sz="1425" b="1">
                <a:solidFill>
                  <a:srgbClr val="111111"/>
                </a:solidFill>
                <a:latin typeface="Google Sans Flex"/>
                <a:ea typeface="Google Sans Flex"/>
                <a:cs typeface="Google Sans Flex"/>
              </a:defRPr>
            </a:pPr>
            <a:r>
              <a:rPr sz="1425" b="1">
                <a:solidFill>
                  <a:srgbClr val="111111"/>
                </a:solidFill>
                <a:latin typeface="Google Sans Flex"/>
                <a:ea typeface="Google Sans Flex"/>
                <a:cs typeface="Google Sans Flex"/>
              </a:rPr>
              <a:t>Code checks</a:t>
            </a:r>
          </a:p>
        </p:txBody>
      </p:sp>
      <p:sp>
        <p:nvSpPr>
          <p:cNvPr id="151" name="test-value-3">
            <a:extLst xmlns:a="http://schemas.openxmlformats.org/drawingml/2006/main">
              <a:ext uri="{FF2B5EF4-FFF2-40B4-BE49-F238E27FC236}">
                <a16:creationId xmlns:a16="http://schemas.microsoft.com/office/drawing/2014/main" id="{9550AEA2-58E9-4F5A-A71E-6DD952F1B3F5}"/>
              </a:ext>
            </a:extLst>
          </p:cNvPr>
          <p:cNvSpPr>
            <a:spLocks xmlns:a="http://schemas.openxmlformats.org/drawingml/2006/main" noGrp="1"/>
          </p:cNvSpPr>
          <p:nvPr/>
        </p:nvSpPr>
        <p:spPr>
          <a:xfrm xmlns:a="http://schemas.openxmlformats.org/drawingml/2006/main">
            <a:off x="2514600" y="2962275"/>
            <a:ext cx="6115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111111"/>
                </a:solidFill>
                <a:latin typeface="Google Sans Flex"/>
                <a:ea typeface="Google Sans Flex"/>
                <a:cs typeface="Google Sans Flex"/>
              </a:defRPr>
            </a:defPPr>
            <a:lvl1pPr>
              <a:defRPr sz="1350">
                <a:solidFill>
                  <a:srgbClr val="111111"/>
                </a:solidFill>
                <a:latin typeface="Google Sans Flex"/>
                <a:ea typeface="Google Sans Flex"/>
                <a:cs typeface="Google Sans Flex"/>
              </a:defRPr>
            </a:lvl1pPr>
            <a:lvl2pPr>
              <a:defRPr sz="1350">
                <a:solidFill>
                  <a:srgbClr val="111111"/>
                </a:solidFill>
                <a:latin typeface="Google Sans Flex"/>
                <a:ea typeface="Google Sans Flex"/>
                <a:cs typeface="Google Sans Flex"/>
              </a:defRPr>
            </a:lvl2pPr>
            <a:lvl3pPr>
              <a:defRPr sz="1350">
                <a:solidFill>
                  <a:srgbClr val="111111"/>
                </a:solidFill>
                <a:latin typeface="Google Sans Flex"/>
                <a:ea typeface="Google Sans Flex"/>
                <a:cs typeface="Google Sans Flex"/>
              </a:defRPr>
            </a:lvl3pPr>
            <a:lvl4pPr>
              <a:defRPr sz="1350">
                <a:solidFill>
                  <a:srgbClr val="111111"/>
                </a:solidFill>
                <a:latin typeface="Google Sans Flex"/>
                <a:ea typeface="Google Sans Flex"/>
                <a:cs typeface="Google Sans Flex"/>
              </a:defRPr>
            </a:lvl4pPr>
            <a:lvl5pPr>
              <a:defRPr sz="1350">
                <a:solidFill>
                  <a:srgbClr val="111111"/>
                </a:solidFill>
                <a:latin typeface="Google Sans Flex"/>
                <a:ea typeface="Google Sans Flex"/>
                <a:cs typeface="Google Sans Flex"/>
              </a:defRPr>
            </a:lvl5pPr>
            <a:lvl6pPr>
              <a:defRPr sz="1350">
                <a:solidFill>
                  <a:srgbClr val="111111"/>
                </a:solidFill>
                <a:latin typeface="Google Sans Flex"/>
                <a:ea typeface="Google Sans Flex"/>
                <a:cs typeface="Google Sans Flex"/>
              </a:defRPr>
            </a:lvl6pPr>
            <a:lvl7pPr>
              <a:defRPr sz="1350">
                <a:solidFill>
                  <a:srgbClr val="111111"/>
                </a:solidFill>
                <a:latin typeface="Google Sans Flex"/>
                <a:ea typeface="Google Sans Flex"/>
                <a:cs typeface="Google Sans Flex"/>
              </a:defRPr>
            </a:lvl7pPr>
            <a:lvl8pPr>
              <a:defRPr sz="1350">
                <a:solidFill>
                  <a:srgbClr val="111111"/>
                </a:solidFill>
                <a:latin typeface="Google Sans Flex"/>
                <a:ea typeface="Google Sans Flex"/>
                <a:cs typeface="Google Sans Flex"/>
              </a:defRPr>
            </a:lvl8pPr>
            <a:lvl9pPr>
              <a:defRPr sz="1350">
                <a:solidFill>
                  <a:srgbClr val="111111"/>
                </a:solidFill>
                <a:latin typeface="Google Sans Flex"/>
                <a:ea typeface="Google Sans Flex"/>
                <a:cs typeface="Google Sans Flex"/>
              </a:defRPr>
            </a:lvl9pPr>
          </a:lstStyle>
          <a:p xmlns:a="http://schemas.openxmlformats.org/drawingml/2006/main">
            <a:pPr>
              <a:defRPr sz="1350">
                <a:solidFill>
                  <a:srgbClr val="111111"/>
                </a:solidFill>
                <a:latin typeface="Google Sans Flex"/>
                <a:ea typeface="Google Sans Flex"/>
                <a:cs typeface="Google Sans Flex"/>
              </a:defRPr>
            </a:pPr>
            <a:r>
              <a:rPr sz="1350">
                <a:solidFill>
                  <a:srgbClr val="111111"/>
                </a:solidFill>
                <a:latin typeface="Google Sans Flex"/>
                <a:ea typeface="Google Sans Flex"/>
                <a:cs typeface="Google Sans Flex"/>
              </a:rPr>
              <a:t>Automated contract tests pass; all-workspace typecheck and web/API builds pass; 11 offline AI safety checks pass</a:t>
            </a:r>
          </a:p>
        </p:txBody>
      </p:sp>
      <p:sp>
        <p:nvSpPr>
          <p:cNvPr id="152" name="separator">
            <a:extLst xmlns:a="http://schemas.openxmlformats.org/drawingml/2006/main">
              <a:ext uri="{FF2B5EF4-FFF2-40B4-BE49-F238E27FC236}">
                <a16:creationId xmlns:a16="http://schemas.microsoft.com/office/drawing/2014/main" id="{23E42D79-6C3C-4818-ACA2-6EA0BD6CD6B0}"/>
              </a:ext>
            </a:extLst>
          </p:cNvPr>
          <p:cNvSpPr>
            <a:spLocks xmlns:a="http://schemas.openxmlformats.org/drawingml/2006/main" noGrp="1"/>
          </p:cNvSpPr>
          <p:nvPr/>
        </p:nvSpPr>
        <p:spPr>
          <a:xfrm xmlns:a="http://schemas.openxmlformats.org/drawingml/2006/main">
            <a:off x="495300" y="3571875"/>
            <a:ext cx="8153400" cy="9525"/>
          </a:xfrm>
          <a:prstGeom xmlns:a="http://schemas.openxmlformats.org/drawingml/2006/main" prst="rect">
            <a:avLst/>
          </a:prstGeom>
          <a:solidFill xmlns:a="http://schemas.openxmlformats.org/drawingml/2006/main">
            <a:srgbClr val="D6D6D6"/>
          </a:solidFill>
          <a:ln xmlns:a="http://schemas.openxmlformats.org/drawingml/2006/main" w="9525">
            <a:solidFill>
              <a:srgbClr val="D6D6D6"/>
            </a:solidFill>
          </a:ln>
        </p:spPr>
      </p:sp>
      <p:sp>
        <p:nvSpPr>
          <p:cNvPr id="153" name="benchmark-pending">
            <a:extLst xmlns:a="http://schemas.openxmlformats.org/drawingml/2006/main">
              <a:ext uri="{FF2B5EF4-FFF2-40B4-BE49-F238E27FC236}">
                <a16:creationId xmlns:a16="http://schemas.microsoft.com/office/drawing/2014/main" id="{4BF96C4E-8DFA-4635-BCDD-F1A0B0DE34E5}"/>
              </a:ext>
            </a:extLst>
          </p:cNvPr>
          <p:cNvSpPr>
            <a:spLocks xmlns:a="http://schemas.openxmlformats.org/drawingml/2006/main" noGrp="1"/>
          </p:cNvSpPr>
          <p:nvPr/>
        </p:nvSpPr>
        <p:spPr>
          <a:xfrm xmlns:a="http://schemas.openxmlformats.org/drawingml/2006/main">
            <a:off x="495300" y="3752850"/>
            <a:ext cx="8153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A52722"/>
                </a:solidFill>
                <a:latin typeface="Google Sans Flex"/>
                <a:ea typeface="Google Sans Flex"/>
                <a:cs typeface="Google Sans Flex"/>
              </a:defRPr>
            </a:defPPr>
            <a:lvl1pPr>
              <a:defRPr sz="1575" b="1">
                <a:solidFill>
                  <a:srgbClr val="A52722"/>
                </a:solidFill>
                <a:latin typeface="Google Sans Flex"/>
                <a:ea typeface="Google Sans Flex"/>
                <a:cs typeface="Google Sans Flex"/>
              </a:defRPr>
            </a:lvl1pPr>
            <a:lvl2pPr>
              <a:defRPr sz="1575" b="1">
                <a:solidFill>
                  <a:srgbClr val="A52722"/>
                </a:solidFill>
                <a:latin typeface="Google Sans Flex"/>
                <a:ea typeface="Google Sans Flex"/>
                <a:cs typeface="Google Sans Flex"/>
              </a:defRPr>
            </a:lvl2pPr>
            <a:lvl3pPr>
              <a:defRPr sz="1575" b="1">
                <a:solidFill>
                  <a:srgbClr val="A52722"/>
                </a:solidFill>
                <a:latin typeface="Google Sans Flex"/>
                <a:ea typeface="Google Sans Flex"/>
                <a:cs typeface="Google Sans Flex"/>
              </a:defRPr>
            </a:lvl3pPr>
            <a:lvl4pPr>
              <a:defRPr sz="1575" b="1">
                <a:solidFill>
                  <a:srgbClr val="A52722"/>
                </a:solidFill>
                <a:latin typeface="Google Sans Flex"/>
                <a:ea typeface="Google Sans Flex"/>
                <a:cs typeface="Google Sans Flex"/>
              </a:defRPr>
            </a:lvl4pPr>
            <a:lvl5pPr>
              <a:defRPr sz="1575" b="1">
                <a:solidFill>
                  <a:srgbClr val="A52722"/>
                </a:solidFill>
                <a:latin typeface="Google Sans Flex"/>
                <a:ea typeface="Google Sans Flex"/>
                <a:cs typeface="Google Sans Flex"/>
              </a:defRPr>
            </a:lvl5pPr>
            <a:lvl6pPr>
              <a:defRPr sz="1575" b="1">
                <a:solidFill>
                  <a:srgbClr val="A52722"/>
                </a:solidFill>
                <a:latin typeface="Google Sans Flex"/>
                <a:ea typeface="Google Sans Flex"/>
                <a:cs typeface="Google Sans Flex"/>
              </a:defRPr>
            </a:lvl6pPr>
            <a:lvl7pPr>
              <a:defRPr sz="1575" b="1">
                <a:solidFill>
                  <a:srgbClr val="A52722"/>
                </a:solidFill>
                <a:latin typeface="Google Sans Flex"/>
                <a:ea typeface="Google Sans Flex"/>
                <a:cs typeface="Google Sans Flex"/>
              </a:defRPr>
            </a:lvl7pPr>
            <a:lvl8pPr>
              <a:defRPr sz="1575" b="1">
                <a:solidFill>
                  <a:srgbClr val="A52722"/>
                </a:solidFill>
                <a:latin typeface="Google Sans Flex"/>
                <a:ea typeface="Google Sans Flex"/>
                <a:cs typeface="Google Sans Flex"/>
              </a:defRPr>
            </a:lvl8pPr>
            <a:lvl9pPr>
              <a:defRPr sz="1575" b="1">
                <a:solidFill>
                  <a:srgbClr val="A52722"/>
                </a:solidFill>
                <a:latin typeface="Google Sans Flex"/>
                <a:ea typeface="Google Sans Flex"/>
                <a:cs typeface="Google Sans Flex"/>
              </a:defRPr>
            </a:lvl9pPr>
          </a:lstStyle>
          <a:p xmlns:a="http://schemas.openxmlformats.org/drawingml/2006/main">
            <a:pPr>
              <a:defRPr sz="1575" b="1">
                <a:solidFill>
                  <a:srgbClr val="A52722"/>
                </a:solidFill>
                <a:latin typeface="Google Sans Flex"/>
                <a:ea typeface="Google Sans Flex"/>
                <a:cs typeface="Google Sans Flex"/>
              </a:defRPr>
            </a:pPr>
            <a:r>
              <a:rPr sz="1575" b="1">
                <a:solidFill>
                  <a:srgbClr val="A52722"/>
                </a:solidFill>
                <a:latin typeface="Google Sans Flex"/>
                <a:ea typeface="Google Sans Flex"/>
                <a:cs typeface="Google Sans Flex"/>
              </a:rPr>
              <a:t>Owner plans Google Cloud deployment separately; current live cloud services and model evaluation are unverified.</a:t>
            </a:r>
          </a:p>
          <a:p xmlns:a="http://schemas.openxmlformats.org/drawingml/2006/main">
            <a:pPr>
              <a:defRPr sz="1575" b="1">
                <a:solidFill>
                  <a:srgbClr val="A52722"/>
                </a:solidFill>
                <a:latin typeface="Google Sans Flex"/>
                <a:ea typeface="Google Sans Flex"/>
                <a:cs typeface="Google Sans Flex"/>
              </a:defRPr>
            </a:pPr>
            <a:r>
              <a:rPr sz="1575" b="1">
                <a:solidFill>
                  <a:srgbClr val="A52722"/>
                </a:solidFill>
                <a:latin typeface="Google Sans Flex"/>
                <a:ea typeface="Google Sans Flex"/>
                <a:cs typeface="Google Sans Flex"/>
              </a:rPr>
              <a:t>No live quality or latency results</a:t>
            </a:r>
          </a:p>
        </p:txBody>
      </p:sp>
    </p:spTree>
    <p:extLst>
      <p:ext uri="{BB962C8B-B14F-4D97-AF65-F5344CB8AC3E}">
        <p14:creationId xmlns:p14="http://schemas.microsoft.com/office/powerpoint/2010/main" val="65501273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48" name="Google Shape;148;p25">
            <a:extLst xmlns:a="http://schemas.openxmlformats.org/drawingml/2006/main">
              <a:ext uri="{FF2B5EF4-FFF2-40B4-BE49-F238E27FC236}">
                <a16:creationId xmlns:a16="http://schemas.microsoft.com/office/drawing/2014/main" id="{C6B12010-27F0-44B8-BD20-0A60D900DB6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a2383b5870d4a58">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49" name="Google Shape;149;p25">
            <a:extLst xmlns:a="http://schemas.openxmlformats.org/drawingml/2006/main">
              <a:ext uri="{FF2B5EF4-FFF2-40B4-BE49-F238E27FC236}">
                <a16:creationId xmlns:a16="http://schemas.microsoft.com/office/drawing/2014/main" id="{6714B803-E240-4979-A9AE-8CF762A62F9A}"/>
              </a:ext>
            </a:extLst>
          </p:cNvPr>
          <p:cNvPicPr>
            <a:picLocks xmlns:a="http://schemas.openxmlformats.org/drawingml/2006/main" noChangeAspect="1"/>
          </p:cNvPicPr>
          <p:nvPr/>
        </p:nvPicPr>
        <p:blipFill>
          <a:blip xmlns:r="http://schemas.openxmlformats.org/officeDocument/2006/relationships" xmlns:a="http://schemas.openxmlformats.org/drawingml/2006/main" r:embed="R32a31a2732fa47b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0" name="Google Shape;150;p25">
            <a:extLst xmlns:a="http://schemas.openxmlformats.org/drawingml/2006/main">
              <a:ext uri="{FF2B5EF4-FFF2-40B4-BE49-F238E27FC236}">
                <a16:creationId xmlns:a16="http://schemas.microsoft.com/office/drawing/2014/main" id="{4BA44AEE-E472-49C7-BDBF-282CAF670DA4}"/>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1" name="Google Shape;151;p25">
            <a:extLst xmlns:a="http://schemas.openxmlformats.org/drawingml/2006/main">
              <a:ext uri="{FF2B5EF4-FFF2-40B4-BE49-F238E27FC236}">
                <a16:creationId xmlns:a16="http://schemas.microsoft.com/office/drawing/2014/main" id="{C7AE3D20-322D-45A1-94BF-2AB2D6A530EA}"/>
              </a:ext>
            </a:extLst>
          </p:cNvPr>
          <p:cNvSpPr>
            <a:spLocks xmlns:a="http://schemas.openxmlformats.org/drawingml/2006/main" noGrp="1"/>
          </p:cNvSpPr>
          <p:nvPr/>
        </p:nvSpPr>
        <p:spPr>
          <a:xfrm xmlns:a="http://schemas.openxmlformats.org/drawingml/2006/main">
            <a:off x="265367" y="663797"/>
            <a:ext cx="8878634" cy="561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rPr sz="1600">
                <a:latin typeface="Google Sans Flex Medium"/>
                <a:ea typeface="Google Sans Flex Medium"/>
                <a:cs typeface="Google Sans Flex Medium"/>
              </a:rPr>
              <a:t>Additional Details/Future Development (if any)</a:t>
            </a:r>
            <a:endParaRPr sz="1600">
              <a:latin typeface="Google Sans Flex Medium"/>
              <a:ea typeface="Google Sans Flex Medium"/>
              <a:cs typeface="Google Sans Flex Medium"/>
            </a:endParaRPr>
          </a:p>
        </p:txBody>
      </p:sp>
      <p:sp>
        <p:nvSpPr>
          <p:cNvPr id="152" name="future-head-0">
            <a:extLst xmlns:a="http://schemas.openxmlformats.org/drawingml/2006/main">
              <a:ext uri="{FF2B5EF4-FFF2-40B4-BE49-F238E27FC236}">
                <a16:creationId xmlns:a16="http://schemas.microsoft.com/office/drawing/2014/main" id="{0BE9173C-69DB-4066-9564-9D193EBBF6EE}"/>
              </a:ext>
            </a:extLst>
          </p:cNvPr>
          <p:cNvSpPr>
            <a:spLocks xmlns:a="http://schemas.openxmlformats.org/drawingml/2006/main" noGrp="1"/>
          </p:cNvSpPr>
          <p:nvPr/>
        </p:nvSpPr>
        <p:spPr>
          <a:xfrm xmlns:a="http://schemas.openxmlformats.org/drawingml/2006/main">
            <a:off x="495300" y="1438275"/>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Google Cloud deployment</a:t>
            </a:r>
          </a:p>
        </p:txBody>
      </p:sp>
      <p:sp>
        <p:nvSpPr>
          <p:cNvPr id="153" name="future-body-0">
            <a:extLst xmlns:a="http://schemas.openxmlformats.org/drawingml/2006/main">
              <a:ext uri="{FF2B5EF4-FFF2-40B4-BE49-F238E27FC236}">
                <a16:creationId xmlns:a16="http://schemas.microsoft.com/office/drawing/2014/main" id="{E7626F20-C34C-45AA-A7D1-05B0DFF1BD3C}"/>
              </a:ext>
            </a:extLst>
          </p:cNvPr>
          <p:cNvSpPr>
            <a:spLocks xmlns:a="http://schemas.openxmlformats.org/drawingml/2006/main" noGrp="1"/>
          </p:cNvSpPr>
          <p:nvPr/>
        </p:nvSpPr>
        <p:spPr>
          <a:xfrm xmlns:a="http://schemas.openxmlformats.org/drawingml/2006/main">
            <a:off x="2857500" y="1438275"/>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111111"/>
                </a:solidFill>
                <a:latin typeface="Google Sans Flex"/>
                <a:ea typeface="Google Sans Flex"/>
                <a:cs typeface="Google Sans Flex"/>
              </a:defRPr>
            </a:defPPr>
            <a:lvl1pPr>
              <a:defRPr sz="1500">
                <a:solidFill>
                  <a:srgbClr val="111111"/>
                </a:solidFill>
                <a:latin typeface="Google Sans Flex"/>
                <a:ea typeface="Google Sans Flex"/>
                <a:cs typeface="Google Sans Flex"/>
              </a:defRPr>
            </a:lvl1pPr>
            <a:lvl2pPr>
              <a:defRPr sz="1500">
                <a:solidFill>
                  <a:srgbClr val="111111"/>
                </a:solidFill>
                <a:latin typeface="Google Sans Flex"/>
                <a:ea typeface="Google Sans Flex"/>
                <a:cs typeface="Google Sans Flex"/>
              </a:defRPr>
            </a:lvl2pPr>
            <a:lvl3pPr>
              <a:defRPr sz="1500">
                <a:solidFill>
                  <a:srgbClr val="111111"/>
                </a:solidFill>
                <a:latin typeface="Google Sans Flex"/>
                <a:ea typeface="Google Sans Flex"/>
                <a:cs typeface="Google Sans Flex"/>
              </a:defRPr>
            </a:lvl3pPr>
            <a:lvl4pPr>
              <a:defRPr sz="1500">
                <a:solidFill>
                  <a:srgbClr val="111111"/>
                </a:solidFill>
                <a:latin typeface="Google Sans Flex"/>
                <a:ea typeface="Google Sans Flex"/>
                <a:cs typeface="Google Sans Flex"/>
              </a:defRPr>
            </a:lvl4pPr>
            <a:lvl5pPr>
              <a:defRPr sz="1500">
                <a:solidFill>
                  <a:srgbClr val="111111"/>
                </a:solidFill>
                <a:latin typeface="Google Sans Flex"/>
                <a:ea typeface="Google Sans Flex"/>
                <a:cs typeface="Google Sans Flex"/>
              </a:defRPr>
            </a:lvl5pPr>
            <a:lvl6pPr>
              <a:defRPr sz="1500">
                <a:solidFill>
                  <a:srgbClr val="111111"/>
                </a:solidFill>
                <a:latin typeface="Google Sans Flex"/>
                <a:ea typeface="Google Sans Flex"/>
                <a:cs typeface="Google Sans Flex"/>
              </a:defRPr>
            </a:lvl6pPr>
            <a:lvl7pPr>
              <a:defRPr sz="1500">
                <a:solidFill>
                  <a:srgbClr val="111111"/>
                </a:solidFill>
                <a:latin typeface="Google Sans Flex"/>
                <a:ea typeface="Google Sans Flex"/>
                <a:cs typeface="Google Sans Flex"/>
              </a:defRPr>
            </a:lvl7pPr>
            <a:lvl8pPr>
              <a:defRPr sz="1500">
                <a:solidFill>
                  <a:srgbClr val="111111"/>
                </a:solidFill>
                <a:latin typeface="Google Sans Flex"/>
                <a:ea typeface="Google Sans Flex"/>
                <a:cs typeface="Google Sans Flex"/>
              </a:defRPr>
            </a:lvl8pPr>
            <a:lvl9pPr>
              <a:defRPr sz="1500">
                <a:solidFill>
                  <a:srgbClr val="111111"/>
                </a:solidFill>
                <a:latin typeface="Google Sans Flex"/>
                <a:ea typeface="Google Sans Flex"/>
                <a:cs typeface="Google Sans Flex"/>
              </a:defRPr>
            </a:lvl9pPr>
          </a:lstStyle>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Deploy Google Cloud separately, then verify connected services and live model behavior. The public Vercel build currently runs in device-only demo mode.</a:t>
            </a:r>
          </a:p>
        </p:txBody>
      </p:sp>
      <p:sp>
        <p:nvSpPr>
          <p:cNvPr id="154" name="future-head-1">
            <a:extLst xmlns:a="http://schemas.openxmlformats.org/drawingml/2006/main">
              <a:ext uri="{FF2B5EF4-FFF2-40B4-BE49-F238E27FC236}">
                <a16:creationId xmlns:a16="http://schemas.microsoft.com/office/drawing/2014/main" id="{0B7059AA-3D64-4510-9D1B-DC667502995A}"/>
              </a:ext>
            </a:extLst>
          </p:cNvPr>
          <p:cNvSpPr>
            <a:spLocks xmlns:a="http://schemas.openxmlformats.org/drawingml/2006/main" noGrp="1"/>
          </p:cNvSpPr>
          <p:nvPr/>
        </p:nvSpPr>
        <p:spPr>
          <a:xfrm xmlns:a="http://schemas.openxmlformats.org/drawingml/2006/main">
            <a:off x="495300" y="2495550"/>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First pilot</a:t>
            </a:r>
          </a:p>
        </p:txBody>
      </p:sp>
      <p:sp>
        <p:nvSpPr>
          <p:cNvPr id="155" name="future-body-1">
            <a:extLst xmlns:a="http://schemas.openxmlformats.org/drawingml/2006/main">
              <a:ext uri="{FF2B5EF4-FFF2-40B4-BE49-F238E27FC236}">
                <a16:creationId xmlns:a16="http://schemas.microsoft.com/office/drawing/2014/main" id="{0661BA31-1D53-4C05-9B47-5840C06C3C2A}"/>
              </a:ext>
            </a:extLst>
          </p:cNvPr>
          <p:cNvSpPr>
            <a:spLocks xmlns:a="http://schemas.openxmlformats.org/drawingml/2006/main" noGrp="1"/>
          </p:cNvSpPr>
          <p:nvPr/>
        </p:nvSpPr>
        <p:spPr>
          <a:xfrm xmlns:a="http://schemas.openxmlformats.org/drawingml/2006/main">
            <a:off x="2857500" y="2495550"/>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111111"/>
                </a:solidFill>
                <a:latin typeface="Google Sans Flex"/>
                <a:ea typeface="Google Sans Flex"/>
                <a:cs typeface="Google Sans Flex"/>
              </a:defRPr>
            </a:defPPr>
            <a:lvl1pPr>
              <a:defRPr sz="1500">
                <a:solidFill>
                  <a:srgbClr val="111111"/>
                </a:solidFill>
                <a:latin typeface="Google Sans Flex"/>
                <a:ea typeface="Google Sans Flex"/>
                <a:cs typeface="Google Sans Flex"/>
              </a:defRPr>
            </a:lvl1pPr>
            <a:lvl2pPr>
              <a:defRPr sz="1500">
                <a:solidFill>
                  <a:srgbClr val="111111"/>
                </a:solidFill>
                <a:latin typeface="Google Sans Flex"/>
                <a:ea typeface="Google Sans Flex"/>
                <a:cs typeface="Google Sans Flex"/>
              </a:defRPr>
            </a:lvl2pPr>
            <a:lvl3pPr>
              <a:defRPr sz="1500">
                <a:solidFill>
                  <a:srgbClr val="111111"/>
                </a:solidFill>
                <a:latin typeface="Google Sans Flex"/>
                <a:ea typeface="Google Sans Flex"/>
                <a:cs typeface="Google Sans Flex"/>
              </a:defRPr>
            </a:lvl3pPr>
            <a:lvl4pPr>
              <a:defRPr sz="1500">
                <a:solidFill>
                  <a:srgbClr val="111111"/>
                </a:solidFill>
                <a:latin typeface="Google Sans Flex"/>
                <a:ea typeface="Google Sans Flex"/>
                <a:cs typeface="Google Sans Flex"/>
              </a:defRPr>
            </a:lvl4pPr>
            <a:lvl5pPr>
              <a:defRPr sz="1500">
                <a:solidFill>
                  <a:srgbClr val="111111"/>
                </a:solidFill>
                <a:latin typeface="Google Sans Flex"/>
                <a:ea typeface="Google Sans Flex"/>
                <a:cs typeface="Google Sans Flex"/>
              </a:defRPr>
            </a:lvl5pPr>
            <a:lvl6pPr>
              <a:defRPr sz="1500">
                <a:solidFill>
                  <a:srgbClr val="111111"/>
                </a:solidFill>
                <a:latin typeface="Google Sans Flex"/>
                <a:ea typeface="Google Sans Flex"/>
                <a:cs typeface="Google Sans Flex"/>
              </a:defRPr>
            </a:lvl6pPr>
            <a:lvl7pPr>
              <a:defRPr sz="1500">
                <a:solidFill>
                  <a:srgbClr val="111111"/>
                </a:solidFill>
                <a:latin typeface="Google Sans Flex"/>
                <a:ea typeface="Google Sans Flex"/>
                <a:cs typeface="Google Sans Flex"/>
              </a:defRPr>
            </a:lvl7pPr>
            <a:lvl8pPr>
              <a:defRPr sz="1500">
                <a:solidFill>
                  <a:srgbClr val="111111"/>
                </a:solidFill>
                <a:latin typeface="Google Sans Flex"/>
                <a:ea typeface="Google Sans Flex"/>
                <a:cs typeface="Google Sans Flex"/>
              </a:defRPr>
            </a:lvl8pPr>
            <a:lvl9pPr>
              <a:defRPr sz="1500">
                <a:solidFill>
                  <a:srgbClr val="111111"/>
                </a:solidFill>
                <a:latin typeface="Google Sans Flex"/>
                <a:ea typeface="Google Sans Flex"/>
                <a:cs typeface="Google Sans Flex"/>
              </a:defRPr>
            </a:lvl9pPr>
          </a:lstStyle>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Work with one ward or resident group; obtain consent, define moderation and review disputed closures with humans.</a:t>
            </a:r>
          </a:p>
        </p:txBody>
      </p:sp>
      <p:sp>
        <p:nvSpPr>
          <p:cNvPr id="156" name="future-head-2">
            <a:extLst xmlns:a="http://schemas.openxmlformats.org/drawingml/2006/main">
              <a:ext uri="{FF2B5EF4-FFF2-40B4-BE49-F238E27FC236}">
                <a16:creationId xmlns:a16="http://schemas.microsoft.com/office/drawing/2014/main" id="{7E27482C-442C-4322-B804-CA10F2547E8D}"/>
              </a:ext>
            </a:extLst>
          </p:cNvPr>
          <p:cNvSpPr>
            <a:spLocks xmlns:a="http://schemas.openxmlformats.org/drawingml/2006/main" noGrp="1"/>
          </p:cNvSpPr>
          <p:nvPr/>
        </p:nvSpPr>
        <p:spPr>
          <a:xfrm xmlns:a="http://schemas.openxmlformats.org/drawingml/2006/main">
            <a:off x="495300" y="3552825"/>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11111"/>
                </a:solidFill>
                <a:latin typeface="Google Sans Flex"/>
                <a:ea typeface="Google Sans Flex"/>
                <a:cs typeface="Google Sans Flex"/>
              </a:defRPr>
            </a:defPPr>
            <a:lvl1pPr>
              <a:defRPr sz="1725" b="1">
                <a:solidFill>
                  <a:srgbClr val="111111"/>
                </a:solidFill>
                <a:latin typeface="Google Sans Flex"/>
                <a:ea typeface="Google Sans Flex"/>
                <a:cs typeface="Google Sans Flex"/>
              </a:defRPr>
            </a:lvl1pPr>
            <a:lvl2pPr>
              <a:defRPr sz="1725" b="1">
                <a:solidFill>
                  <a:srgbClr val="111111"/>
                </a:solidFill>
                <a:latin typeface="Google Sans Flex"/>
                <a:ea typeface="Google Sans Flex"/>
                <a:cs typeface="Google Sans Flex"/>
              </a:defRPr>
            </a:lvl2pPr>
            <a:lvl3pPr>
              <a:defRPr sz="1725" b="1">
                <a:solidFill>
                  <a:srgbClr val="111111"/>
                </a:solidFill>
                <a:latin typeface="Google Sans Flex"/>
                <a:ea typeface="Google Sans Flex"/>
                <a:cs typeface="Google Sans Flex"/>
              </a:defRPr>
            </a:lvl3pPr>
            <a:lvl4pPr>
              <a:defRPr sz="1725" b="1">
                <a:solidFill>
                  <a:srgbClr val="111111"/>
                </a:solidFill>
                <a:latin typeface="Google Sans Flex"/>
                <a:ea typeface="Google Sans Flex"/>
                <a:cs typeface="Google Sans Flex"/>
              </a:defRPr>
            </a:lvl4pPr>
            <a:lvl5pPr>
              <a:defRPr sz="1725" b="1">
                <a:solidFill>
                  <a:srgbClr val="111111"/>
                </a:solidFill>
                <a:latin typeface="Google Sans Flex"/>
                <a:ea typeface="Google Sans Flex"/>
                <a:cs typeface="Google Sans Flex"/>
              </a:defRPr>
            </a:lvl5pPr>
            <a:lvl6pPr>
              <a:defRPr sz="1725" b="1">
                <a:solidFill>
                  <a:srgbClr val="111111"/>
                </a:solidFill>
                <a:latin typeface="Google Sans Flex"/>
                <a:ea typeface="Google Sans Flex"/>
                <a:cs typeface="Google Sans Flex"/>
              </a:defRPr>
            </a:lvl6pPr>
            <a:lvl7pPr>
              <a:defRPr sz="1725" b="1">
                <a:solidFill>
                  <a:srgbClr val="111111"/>
                </a:solidFill>
                <a:latin typeface="Google Sans Flex"/>
                <a:ea typeface="Google Sans Flex"/>
                <a:cs typeface="Google Sans Flex"/>
              </a:defRPr>
            </a:lvl7pPr>
            <a:lvl8pPr>
              <a:defRPr sz="1725" b="1">
                <a:solidFill>
                  <a:srgbClr val="111111"/>
                </a:solidFill>
                <a:latin typeface="Google Sans Flex"/>
                <a:ea typeface="Google Sans Flex"/>
                <a:cs typeface="Google Sans Flex"/>
              </a:defRPr>
            </a:lvl8pPr>
            <a:lvl9pPr>
              <a:defRPr sz="1725" b="1">
                <a:solidFill>
                  <a:srgbClr val="111111"/>
                </a:solidFill>
                <a:latin typeface="Google Sans Flex"/>
                <a:ea typeface="Google Sans Flex"/>
                <a:cs typeface="Google Sans Flex"/>
              </a:defRPr>
            </a:lvl9pPr>
          </a:lstStyle>
          <a:p xmlns:a="http://schemas.openxmlformats.org/drawingml/2006/main">
            <a:pPr>
              <a:defRPr sz="1725" b="1">
                <a:solidFill>
                  <a:srgbClr val="111111"/>
                </a:solidFill>
                <a:latin typeface="Google Sans Flex"/>
                <a:ea typeface="Google Sans Flex"/>
                <a:cs typeface="Google Sans Flex"/>
              </a:defRPr>
            </a:pPr>
            <a:r>
              <a:rPr sz="1725" b="1">
                <a:solidFill>
                  <a:srgbClr val="111111"/>
                </a:solidFill>
                <a:latin typeface="Google Sans Flex"/>
                <a:ea typeface="Google Sans Flex"/>
                <a:cs typeface="Google Sans Flex"/>
              </a:rPr>
              <a:t>Later development</a:t>
            </a:r>
          </a:p>
        </p:txBody>
      </p:sp>
      <p:sp>
        <p:nvSpPr>
          <p:cNvPr id="157" name="future-body-2">
            <a:extLst xmlns:a="http://schemas.openxmlformats.org/drawingml/2006/main">
              <a:ext uri="{FF2B5EF4-FFF2-40B4-BE49-F238E27FC236}">
                <a16:creationId xmlns:a16="http://schemas.microsoft.com/office/drawing/2014/main" id="{2133E051-9DEB-4799-A674-584841493599}"/>
              </a:ext>
            </a:extLst>
          </p:cNvPr>
          <p:cNvSpPr>
            <a:spLocks xmlns:a="http://schemas.openxmlformats.org/drawingml/2006/main" noGrp="1"/>
          </p:cNvSpPr>
          <p:nvPr/>
        </p:nvSpPr>
        <p:spPr>
          <a:xfrm xmlns:a="http://schemas.openxmlformats.org/drawingml/2006/main">
            <a:off x="2857500" y="3552825"/>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111111"/>
                </a:solidFill>
                <a:latin typeface="Google Sans Flex"/>
                <a:ea typeface="Google Sans Flex"/>
                <a:cs typeface="Google Sans Flex"/>
              </a:defRPr>
            </a:defPPr>
            <a:lvl1pPr>
              <a:defRPr sz="1500">
                <a:solidFill>
                  <a:srgbClr val="111111"/>
                </a:solidFill>
                <a:latin typeface="Google Sans Flex"/>
                <a:ea typeface="Google Sans Flex"/>
                <a:cs typeface="Google Sans Flex"/>
              </a:defRPr>
            </a:lvl1pPr>
            <a:lvl2pPr>
              <a:defRPr sz="1500">
                <a:solidFill>
                  <a:srgbClr val="111111"/>
                </a:solidFill>
                <a:latin typeface="Google Sans Flex"/>
                <a:ea typeface="Google Sans Flex"/>
                <a:cs typeface="Google Sans Flex"/>
              </a:defRPr>
            </a:lvl2pPr>
            <a:lvl3pPr>
              <a:defRPr sz="1500">
                <a:solidFill>
                  <a:srgbClr val="111111"/>
                </a:solidFill>
                <a:latin typeface="Google Sans Flex"/>
                <a:ea typeface="Google Sans Flex"/>
                <a:cs typeface="Google Sans Flex"/>
              </a:defRPr>
            </a:lvl3pPr>
            <a:lvl4pPr>
              <a:defRPr sz="1500">
                <a:solidFill>
                  <a:srgbClr val="111111"/>
                </a:solidFill>
                <a:latin typeface="Google Sans Flex"/>
                <a:ea typeface="Google Sans Flex"/>
                <a:cs typeface="Google Sans Flex"/>
              </a:defRPr>
            </a:lvl4pPr>
            <a:lvl5pPr>
              <a:defRPr sz="1500">
                <a:solidFill>
                  <a:srgbClr val="111111"/>
                </a:solidFill>
                <a:latin typeface="Google Sans Flex"/>
                <a:ea typeface="Google Sans Flex"/>
                <a:cs typeface="Google Sans Flex"/>
              </a:defRPr>
            </a:lvl5pPr>
            <a:lvl6pPr>
              <a:defRPr sz="1500">
                <a:solidFill>
                  <a:srgbClr val="111111"/>
                </a:solidFill>
                <a:latin typeface="Google Sans Flex"/>
                <a:ea typeface="Google Sans Flex"/>
                <a:cs typeface="Google Sans Flex"/>
              </a:defRPr>
            </a:lvl6pPr>
            <a:lvl7pPr>
              <a:defRPr sz="1500">
                <a:solidFill>
                  <a:srgbClr val="111111"/>
                </a:solidFill>
                <a:latin typeface="Google Sans Flex"/>
                <a:ea typeface="Google Sans Flex"/>
                <a:cs typeface="Google Sans Flex"/>
              </a:defRPr>
            </a:lvl7pPr>
            <a:lvl8pPr>
              <a:defRPr sz="1500">
                <a:solidFill>
                  <a:srgbClr val="111111"/>
                </a:solidFill>
                <a:latin typeface="Google Sans Flex"/>
                <a:ea typeface="Google Sans Flex"/>
                <a:cs typeface="Google Sans Flex"/>
              </a:defRPr>
            </a:lvl8pPr>
            <a:lvl9pPr>
              <a:defRPr sz="1500">
                <a:solidFill>
                  <a:srgbClr val="111111"/>
                </a:solidFill>
                <a:latin typeface="Google Sans Flex"/>
                <a:ea typeface="Google Sans Flex"/>
                <a:cs typeface="Google Sans Flex"/>
              </a:defRPr>
            </a:lvl9pPr>
          </a:lstStyle>
          <a:p xmlns:a="http://schemas.openxmlformats.org/drawingml/2006/main">
            <a:pPr>
              <a:defRPr sz="1500">
                <a:solidFill>
                  <a:srgbClr val="111111"/>
                </a:solidFill>
                <a:latin typeface="Google Sans Flex"/>
                <a:ea typeface="Google Sans Flex"/>
                <a:cs typeface="Google Sans Flex"/>
              </a:defRPr>
            </a:pPr>
            <a:r>
              <a:rPr sz="1500">
                <a:solidFill>
                  <a:srgbClr val="111111"/>
                </a:solidFill>
                <a:latin typeface="Google Sans Flex"/>
                <a:ea typeface="Google Sans Flex"/>
                <a:cs typeface="Google Sans Flex"/>
              </a:rPr>
              <a:t>Complaint-system integrations, notifications, privacy blurring, real official identity checks and larger-scale analytics.</a:t>
            </a:r>
          </a:p>
        </p:txBody>
      </p:sp>
    </p:spTree>
    <p:extLst>
      <p:ext uri="{BB962C8B-B14F-4D97-AF65-F5344CB8AC3E}">
        <p14:creationId xmlns:p14="http://schemas.microsoft.com/office/powerpoint/2010/main" val="152735929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56" name="Google Shape;156;p26">
            <a:extLst xmlns:a="http://schemas.openxmlformats.org/drawingml/2006/main">
              <a:ext uri="{FF2B5EF4-FFF2-40B4-BE49-F238E27FC236}">
                <a16:creationId xmlns:a16="http://schemas.microsoft.com/office/drawing/2014/main" id="{C4FC2F64-18DD-46C5-B0B4-14E17458F5A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2e1af8855b34d3b">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57" name="Google Shape;157;p26">
            <a:extLst xmlns:a="http://schemas.openxmlformats.org/drawingml/2006/main">
              <a:ext uri="{FF2B5EF4-FFF2-40B4-BE49-F238E27FC236}">
                <a16:creationId xmlns:a16="http://schemas.microsoft.com/office/drawing/2014/main" id="{5052C72E-DF2F-4A02-A97E-34BD75899D39}"/>
              </a:ext>
            </a:extLst>
          </p:cNvPr>
          <p:cNvPicPr>
            <a:picLocks xmlns:a="http://schemas.openxmlformats.org/drawingml/2006/main" noChangeAspect="1"/>
          </p:cNvPicPr>
          <p:nvPr/>
        </p:nvPicPr>
        <p:blipFill>
          <a:blip xmlns:r="http://schemas.openxmlformats.org/officeDocument/2006/relationships" xmlns:a="http://schemas.openxmlformats.org/drawingml/2006/main" r:embed="Reee5ce8d08cb4cb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8" name="Google Shape;158;p26">
            <a:extLst xmlns:a="http://schemas.openxmlformats.org/drawingml/2006/main">
              <a:ext uri="{FF2B5EF4-FFF2-40B4-BE49-F238E27FC236}">
                <a16:creationId xmlns:a16="http://schemas.microsoft.com/office/drawing/2014/main" id="{403021E1-219E-4E98-B774-04032E5406EC}"/>
              </a:ext>
            </a:extLst>
          </p:cNvPr>
          <p:cNvSpPr>
            <a:spLocks xmlns:a="http://schemas.openxmlformats.org/drawingml/2006/main" noGrp="1"/>
          </p:cNvSpPr>
          <p:nvPr/>
        </p:nvSpPr>
        <p:spPr>
          <a:xfrm xmlns:a="http://schemas.openxmlformats.org/drawingml/2006/main">
            <a:off x="0" y="5071872"/>
            <a:ext cx="9144000" cy="71628"/>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9" name="Google Shape;159;p26">
            <a:extLst xmlns:a="http://schemas.openxmlformats.org/drawingml/2006/main">
              <a:ext uri="{FF2B5EF4-FFF2-40B4-BE49-F238E27FC236}">
                <a16:creationId xmlns:a16="http://schemas.microsoft.com/office/drawing/2014/main" id="{8C6E4C93-1690-4BEE-9929-DBC1A7912B56}"/>
              </a:ext>
            </a:extLst>
          </p:cNvPr>
          <p:cNvSpPr>
            <a:spLocks xmlns:a="http://schemas.openxmlformats.org/drawingml/2006/main" noGrp="1"/>
          </p:cNvSpPr>
          <p:nvPr/>
        </p:nvSpPr>
        <p:spPr>
          <a:xfrm xmlns:a="http://schemas.openxmlformats.org/drawingml/2006/main">
            <a:off x="265367" y="663797"/>
            <a:ext cx="8572500" cy="5619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5250" tIns="95250" rIns="95250" bIns="95250" anchor="t">
            <a:noAutofit/>
          </a:bodyPr>
          <a:lstStyle xmlns:a="http://schemas.openxmlformats.org/drawingml/2006/main">
            <a:defPPr>
              <a:defRPr sz="1600">
                <a:solidFill>
                  <a:srgbClr val="111111"/>
                </a:solidFill>
                <a:latin typeface="Google Sans Flex Medium"/>
                <a:ea typeface="Google Sans Flex Medium"/>
                <a:cs typeface="Google Sans Flex Medium"/>
              </a:defRPr>
            </a:defPPr>
            <a:lvl1pPr>
              <a:defRPr sz="1600">
                <a:solidFill>
                  <a:srgbClr val="111111"/>
                </a:solidFill>
                <a:latin typeface="Google Sans Flex Medium"/>
                <a:ea typeface="Google Sans Flex Medium"/>
                <a:cs typeface="Google Sans Flex Medium"/>
              </a:defRPr>
            </a:lvl1pPr>
            <a:lvl2pPr>
              <a:defRPr sz="1600">
                <a:solidFill>
                  <a:srgbClr val="111111"/>
                </a:solidFill>
                <a:latin typeface="Google Sans Flex Medium"/>
                <a:ea typeface="Google Sans Flex Medium"/>
                <a:cs typeface="Google Sans Flex Medium"/>
              </a:defRPr>
            </a:lvl2pPr>
            <a:lvl3pPr>
              <a:defRPr sz="1600">
                <a:solidFill>
                  <a:srgbClr val="111111"/>
                </a:solidFill>
                <a:latin typeface="Google Sans Flex Medium"/>
                <a:ea typeface="Google Sans Flex Medium"/>
                <a:cs typeface="Google Sans Flex Medium"/>
              </a:defRPr>
            </a:lvl3pPr>
            <a:lvl4pPr>
              <a:defRPr sz="1600">
                <a:solidFill>
                  <a:srgbClr val="111111"/>
                </a:solidFill>
                <a:latin typeface="Google Sans Flex Medium"/>
                <a:ea typeface="Google Sans Flex Medium"/>
                <a:cs typeface="Google Sans Flex Medium"/>
              </a:defRPr>
            </a:lvl4pPr>
            <a:lvl5pPr>
              <a:defRPr sz="1600">
                <a:solidFill>
                  <a:srgbClr val="111111"/>
                </a:solidFill>
                <a:latin typeface="Google Sans Flex Medium"/>
                <a:ea typeface="Google Sans Flex Medium"/>
                <a:cs typeface="Google Sans Flex Medium"/>
              </a:defRPr>
            </a:lvl5pPr>
            <a:lvl6pPr>
              <a:defRPr sz="1600">
                <a:solidFill>
                  <a:srgbClr val="111111"/>
                </a:solidFill>
                <a:latin typeface="Google Sans Flex Medium"/>
                <a:ea typeface="Google Sans Flex Medium"/>
                <a:cs typeface="Google Sans Flex Medium"/>
              </a:defRPr>
            </a:lvl6pPr>
            <a:lvl7pPr>
              <a:defRPr sz="1600">
                <a:solidFill>
                  <a:srgbClr val="111111"/>
                </a:solidFill>
                <a:latin typeface="Google Sans Flex Medium"/>
                <a:ea typeface="Google Sans Flex Medium"/>
                <a:cs typeface="Google Sans Flex Medium"/>
              </a:defRPr>
            </a:lvl7pPr>
            <a:lvl8pPr>
              <a:defRPr sz="1600">
                <a:solidFill>
                  <a:srgbClr val="111111"/>
                </a:solidFill>
                <a:latin typeface="Google Sans Flex Medium"/>
                <a:ea typeface="Google Sans Flex Medium"/>
                <a:cs typeface="Google Sans Flex Medium"/>
              </a:defRPr>
            </a:lvl8pPr>
            <a:lvl9pPr>
              <a:defRPr sz="1600">
                <a:solidFill>
                  <a:srgbClr val="111111"/>
                </a:solidFill>
                <a:latin typeface="Google Sans Flex Medium"/>
                <a:ea typeface="Google Sans Flex Medium"/>
                <a:cs typeface="Google Sans Flex Medium"/>
              </a:defRPr>
            </a:lvl9pPr>
          </a:lstStyle>
          <a:p xmlns:a="http://schemas.openxmlformats.org/drawingml/2006/main">
            <a:pPr marL="0" lvl="0" indent="0" algn="l">
              <a:spcBef>
                <a:spcPts val="0"/>
              </a:spcBef>
              <a:spcAft>
                <a:spcPts val="0"/>
              </a:spcAft>
              <a:buNone/>
              <a:defRPr sz="1600">
                <a:solidFill>
                  <a:srgbClr val="111111"/>
                </a:solidFill>
                <a:latin typeface="Google Sans Flex Medium"/>
                <a:ea typeface="Google Sans Flex Medium"/>
                <a:cs typeface="Google Sans Flex Medium"/>
              </a:defRPr>
            </a:pPr>
            <a:r>
              <a:rPr sz="1600">
                <a:solidFill>
                  <a:srgbClr val="111111"/>
                </a:solidFill>
                <a:latin typeface="Google Sans Flex Medium"/>
                <a:ea typeface="Google Sans Flex Medium"/>
                <a:cs typeface="Google Sans Flex Medium"/>
              </a:rPr>
              <a:t>Provide links to your:</a:t>
            </a:r>
            <a:endParaRPr sz="1600">
              <a:latin typeface="Google Sans Flex Medium"/>
              <a:ea typeface="Google Sans Flex Medium"/>
              <a:cs typeface="Google Sans Flex Medium"/>
            </a:endParaRPr>
          </a:p>
        </p:txBody>
      </p:sp>
      <p:sp>
        <p:nvSpPr>
          <p:cNvPr id="160" name="link-label-0">
            <a:extLst xmlns:a="http://schemas.openxmlformats.org/drawingml/2006/main">
              <a:ext uri="{FF2B5EF4-FFF2-40B4-BE49-F238E27FC236}">
                <a16:creationId xmlns:a16="http://schemas.microsoft.com/office/drawing/2014/main" id="{4CF077A2-840A-4972-B672-55183FE56A66}"/>
              </a:ext>
            </a:extLst>
          </p:cNvPr>
          <p:cNvSpPr>
            <a:spLocks xmlns:a="http://schemas.openxmlformats.org/drawingml/2006/main" noGrp="1"/>
          </p:cNvSpPr>
          <p:nvPr/>
        </p:nvSpPr>
        <p:spPr>
          <a:xfrm xmlns:a="http://schemas.openxmlformats.org/drawingml/2006/main">
            <a:off x="495300" y="14763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GitHub public repository</a:t>
            </a:r>
          </a:p>
        </p:txBody>
      </p:sp>
      <p:sp>
        <p:nvSpPr>
          <p:cNvPr id="161" name="link-value-0">
            <a:extLst xmlns:a="http://schemas.openxmlformats.org/drawingml/2006/main">
              <a:ext uri="{FF2B5EF4-FFF2-40B4-BE49-F238E27FC236}">
                <a16:creationId xmlns:a16="http://schemas.microsoft.com/office/drawing/2014/main" id="{4FCB9FE5-1637-42B2-BA74-E6197B98A871}"/>
              </a:ext>
            </a:extLst>
          </p:cNvPr>
          <p:cNvSpPr>
            <a:spLocks xmlns:a="http://schemas.openxmlformats.org/drawingml/2006/main" noGrp="1"/>
          </p:cNvSpPr>
          <p:nvPr/>
        </p:nvSpPr>
        <p:spPr>
          <a:xfrm xmlns:a="http://schemas.openxmlformats.org/drawingml/2006/main">
            <a:off x="495300" y="18383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555555"/>
                </a:solidFill>
                <a:latin typeface="Google Sans Flex"/>
                <a:ea typeface="Google Sans Flex"/>
                <a:cs typeface="Google Sans Flex"/>
              </a:defRPr>
            </a:defPPr>
            <a:lvl1pPr>
              <a:defRPr sz="1350">
                <a:solidFill>
                  <a:srgbClr val="555555"/>
                </a:solidFill>
                <a:latin typeface="Google Sans Flex"/>
                <a:ea typeface="Google Sans Flex"/>
                <a:cs typeface="Google Sans Flex"/>
              </a:defRPr>
            </a:lvl1pPr>
            <a:lvl2pPr>
              <a:defRPr sz="1350">
                <a:solidFill>
                  <a:srgbClr val="555555"/>
                </a:solidFill>
                <a:latin typeface="Google Sans Flex"/>
                <a:ea typeface="Google Sans Flex"/>
                <a:cs typeface="Google Sans Flex"/>
              </a:defRPr>
            </a:lvl2pPr>
            <a:lvl3pPr>
              <a:defRPr sz="1350">
                <a:solidFill>
                  <a:srgbClr val="555555"/>
                </a:solidFill>
                <a:latin typeface="Google Sans Flex"/>
                <a:ea typeface="Google Sans Flex"/>
                <a:cs typeface="Google Sans Flex"/>
              </a:defRPr>
            </a:lvl3pPr>
            <a:lvl4pPr>
              <a:defRPr sz="1350">
                <a:solidFill>
                  <a:srgbClr val="555555"/>
                </a:solidFill>
                <a:latin typeface="Google Sans Flex"/>
                <a:ea typeface="Google Sans Flex"/>
                <a:cs typeface="Google Sans Flex"/>
              </a:defRPr>
            </a:lvl4pPr>
            <a:lvl5pPr>
              <a:defRPr sz="1350">
                <a:solidFill>
                  <a:srgbClr val="555555"/>
                </a:solidFill>
                <a:latin typeface="Google Sans Flex"/>
                <a:ea typeface="Google Sans Flex"/>
                <a:cs typeface="Google Sans Flex"/>
              </a:defRPr>
            </a:lvl5pPr>
            <a:lvl6pPr>
              <a:defRPr sz="1350">
                <a:solidFill>
                  <a:srgbClr val="555555"/>
                </a:solidFill>
                <a:latin typeface="Google Sans Flex"/>
                <a:ea typeface="Google Sans Flex"/>
                <a:cs typeface="Google Sans Flex"/>
              </a:defRPr>
            </a:lvl6pPr>
            <a:lvl7pPr>
              <a:defRPr sz="1350">
                <a:solidFill>
                  <a:srgbClr val="555555"/>
                </a:solidFill>
                <a:latin typeface="Google Sans Flex"/>
                <a:ea typeface="Google Sans Flex"/>
                <a:cs typeface="Google Sans Flex"/>
              </a:defRPr>
            </a:lvl7pPr>
            <a:lvl8pPr>
              <a:defRPr sz="1350">
                <a:solidFill>
                  <a:srgbClr val="555555"/>
                </a:solidFill>
                <a:latin typeface="Google Sans Flex"/>
                <a:ea typeface="Google Sans Flex"/>
                <a:cs typeface="Google Sans Flex"/>
              </a:defRPr>
            </a:lvl8pPr>
            <a:lvl9pPr>
              <a:defRPr sz="1350">
                <a:solidFill>
                  <a:srgbClr val="555555"/>
                </a:solidFill>
                <a:latin typeface="Google Sans Flex"/>
                <a:ea typeface="Google Sans Flex"/>
                <a:cs typeface="Google Sans Flex"/>
              </a:defRPr>
            </a:lvl9pPr>
          </a:lstStyle>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https://github.com/Rahul21sai/LeadNet</a:t>
            </a:r>
          </a:p>
        </p:txBody>
      </p:sp>
      <p:sp>
        <p:nvSpPr>
          <p:cNvPr id="162" name="link-label-1">
            <a:extLst xmlns:a="http://schemas.openxmlformats.org/drawingml/2006/main">
              <a:ext uri="{FF2B5EF4-FFF2-40B4-BE49-F238E27FC236}">
                <a16:creationId xmlns:a16="http://schemas.microsoft.com/office/drawing/2014/main" id="{20D75D63-0D21-40DC-AF06-5D8260ADE3BA}"/>
              </a:ext>
            </a:extLst>
          </p:cNvPr>
          <p:cNvSpPr>
            <a:spLocks xmlns:a="http://schemas.openxmlformats.org/drawingml/2006/main" noGrp="1"/>
          </p:cNvSpPr>
          <p:nvPr/>
        </p:nvSpPr>
        <p:spPr>
          <a:xfrm xmlns:a="http://schemas.openxmlformats.org/drawingml/2006/main">
            <a:off x="495300" y="23907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Demo video (3-4 minutes)</a:t>
            </a:r>
          </a:p>
        </p:txBody>
      </p:sp>
      <p:sp>
        <p:nvSpPr>
          <p:cNvPr id="163" name="link-value-1">
            <a:extLst xmlns:a="http://schemas.openxmlformats.org/drawingml/2006/main">
              <a:ext uri="{FF2B5EF4-FFF2-40B4-BE49-F238E27FC236}">
                <a16:creationId xmlns:a16="http://schemas.microsoft.com/office/drawing/2014/main" id="{C14206C6-3186-4298-A715-67F0B26C2C4D}"/>
              </a:ext>
            </a:extLst>
          </p:cNvPr>
          <p:cNvSpPr>
            <a:spLocks xmlns:a="http://schemas.openxmlformats.org/drawingml/2006/main" noGrp="1"/>
          </p:cNvSpPr>
          <p:nvPr/>
        </p:nvSpPr>
        <p:spPr>
          <a:xfrm xmlns:a="http://schemas.openxmlformats.org/drawingml/2006/main">
            <a:off x="495300" y="27527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555555"/>
                </a:solidFill>
                <a:latin typeface="Google Sans Flex"/>
                <a:ea typeface="Google Sans Flex"/>
                <a:cs typeface="Google Sans Flex"/>
              </a:defRPr>
            </a:defPPr>
            <a:lvl1pPr>
              <a:defRPr sz="1350">
                <a:solidFill>
                  <a:srgbClr val="555555"/>
                </a:solidFill>
                <a:latin typeface="Google Sans Flex"/>
                <a:ea typeface="Google Sans Flex"/>
                <a:cs typeface="Google Sans Flex"/>
              </a:defRPr>
            </a:lvl1pPr>
            <a:lvl2pPr>
              <a:defRPr sz="1350">
                <a:solidFill>
                  <a:srgbClr val="555555"/>
                </a:solidFill>
                <a:latin typeface="Google Sans Flex"/>
                <a:ea typeface="Google Sans Flex"/>
                <a:cs typeface="Google Sans Flex"/>
              </a:defRPr>
            </a:lvl2pPr>
            <a:lvl3pPr>
              <a:defRPr sz="1350">
                <a:solidFill>
                  <a:srgbClr val="555555"/>
                </a:solidFill>
                <a:latin typeface="Google Sans Flex"/>
                <a:ea typeface="Google Sans Flex"/>
                <a:cs typeface="Google Sans Flex"/>
              </a:defRPr>
            </a:lvl3pPr>
            <a:lvl4pPr>
              <a:defRPr sz="1350">
                <a:solidFill>
                  <a:srgbClr val="555555"/>
                </a:solidFill>
                <a:latin typeface="Google Sans Flex"/>
                <a:ea typeface="Google Sans Flex"/>
                <a:cs typeface="Google Sans Flex"/>
              </a:defRPr>
            </a:lvl4pPr>
            <a:lvl5pPr>
              <a:defRPr sz="1350">
                <a:solidFill>
                  <a:srgbClr val="555555"/>
                </a:solidFill>
                <a:latin typeface="Google Sans Flex"/>
                <a:ea typeface="Google Sans Flex"/>
                <a:cs typeface="Google Sans Flex"/>
              </a:defRPr>
            </a:lvl5pPr>
            <a:lvl6pPr>
              <a:defRPr sz="1350">
                <a:solidFill>
                  <a:srgbClr val="555555"/>
                </a:solidFill>
                <a:latin typeface="Google Sans Flex"/>
                <a:ea typeface="Google Sans Flex"/>
                <a:cs typeface="Google Sans Flex"/>
              </a:defRPr>
            </a:lvl6pPr>
            <a:lvl7pPr>
              <a:defRPr sz="1350">
                <a:solidFill>
                  <a:srgbClr val="555555"/>
                </a:solidFill>
                <a:latin typeface="Google Sans Flex"/>
                <a:ea typeface="Google Sans Flex"/>
                <a:cs typeface="Google Sans Flex"/>
              </a:defRPr>
            </a:lvl7pPr>
            <a:lvl8pPr>
              <a:defRPr sz="1350">
                <a:solidFill>
                  <a:srgbClr val="555555"/>
                </a:solidFill>
                <a:latin typeface="Google Sans Flex"/>
                <a:ea typeface="Google Sans Flex"/>
                <a:cs typeface="Google Sans Flex"/>
              </a:defRPr>
            </a:lvl8pPr>
            <a:lvl9pPr>
              <a:defRPr sz="1350">
                <a:solidFill>
                  <a:srgbClr val="555555"/>
                </a:solidFill>
                <a:latin typeface="Google Sans Flex"/>
                <a:ea typeface="Google Sans Flex"/>
                <a:cs typeface="Google Sans Flex"/>
              </a:defRPr>
            </a:lvl9pPr>
          </a:lstStyle>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[Owner: record, upload and paste public video URL]</a:t>
            </a:r>
          </a:p>
        </p:txBody>
      </p:sp>
      <p:sp>
        <p:nvSpPr>
          <p:cNvPr id="164" name="link-label-2">
            <a:extLst xmlns:a="http://schemas.openxmlformats.org/drawingml/2006/main">
              <a:ext uri="{FF2B5EF4-FFF2-40B4-BE49-F238E27FC236}">
                <a16:creationId xmlns:a16="http://schemas.microsoft.com/office/drawing/2014/main" id="{FFC92DB6-0706-43EB-A208-2419EA55C450}"/>
              </a:ext>
            </a:extLst>
          </p:cNvPr>
          <p:cNvSpPr>
            <a:spLocks xmlns:a="http://schemas.openxmlformats.org/drawingml/2006/main" noGrp="1"/>
          </p:cNvSpPr>
          <p:nvPr/>
        </p:nvSpPr>
        <p:spPr>
          <a:xfrm xmlns:a="http://schemas.openxmlformats.org/drawingml/2006/main">
            <a:off x="495300" y="33051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111111"/>
                </a:solidFill>
                <a:latin typeface="Google Sans Flex"/>
                <a:ea typeface="Google Sans Flex"/>
                <a:cs typeface="Google Sans Flex"/>
              </a:defRPr>
            </a:defPPr>
            <a:lvl1pPr>
              <a:defRPr sz="1575" b="1">
                <a:solidFill>
                  <a:srgbClr val="111111"/>
                </a:solidFill>
                <a:latin typeface="Google Sans Flex"/>
                <a:ea typeface="Google Sans Flex"/>
                <a:cs typeface="Google Sans Flex"/>
              </a:defRPr>
            </a:lvl1pPr>
            <a:lvl2pPr>
              <a:defRPr sz="1575" b="1">
                <a:solidFill>
                  <a:srgbClr val="111111"/>
                </a:solidFill>
                <a:latin typeface="Google Sans Flex"/>
                <a:ea typeface="Google Sans Flex"/>
                <a:cs typeface="Google Sans Flex"/>
              </a:defRPr>
            </a:lvl2pPr>
            <a:lvl3pPr>
              <a:defRPr sz="1575" b="1">
                <a:solidFill>
                  <a:srgbClr val="111111"/>
                </a:solidFill>
                <a:latin typeface="Google Sans Flex"/>
                <a:ea typeface="Google Sans Flex"/>
                <a:cs typeface="Google Sans Flex"/>
              </a:defRPr>
            </a:lvl3pPr>
            <a:lvl4pPr>
              <a:defRPr sz="1575" b="1">
                <a:solidFill>
                  <a:srgbClr val="111111"/>
                </a:solidFill>
                <a:latin typeface="Google Sans Flex"/>
                <a:ea typeface="Google Sans Flex"/>
                <a:cs typeface="Google Sans Flex"/>
              </a:defRPr>
            </a:lvl4pPr>
            <a:lvl5pPr>
              <a:defRPr sz="1575" b="1">
                <a:solidFill>
                  <a:srgbClr val="111111"/>
                </a:solidFill>
                <a:latin typeface="Google Sans Flex"/>
                <a:ea typeface="Google Sans Flex"/>
                <a:cs typeface="Google Sans Flex"/>
              </a:defRPr>
            </a:lvl5pPr>
            <a:lvl6pPr>
              <a:defRPr sz="1575" b="1">
                <a:solidFill>
                  <a:srgbClr val="111111"/>
                </a:solidFill>
                <a:latin typeface="Google Sans Flex"/>
                <a:ea typeface="Google Sans Flex"/>
                <a:cs typeface="Google Sans Flex"/>
              </a:defRPr>
            </a:lvl6pPr>
            <a:lvl7pPr>
              <a:defRPr sz="1575" b="1">
                <a:solidFill>
                  <a:srgbClr val="111111"/>
                </a:solidFill>
                <a:latin typeface="Google Sans Flex"/>
                <a:ea typeface="Google Sans Flex"/>
                <a:cs typeface="Google Sans Flex"/>
              </a:defRPr>
            </a:lvl7pPr>
            <a:lvl8pPr>
              <a:defRPr sz="1575" b="1">
                <a:solidFill>
                  <a:srgbClr val="111111"/>
                </a:solidFill>
                <a:latin typeface="Google Sans Flex"/>
                <a:ea typeface="Google Sans Flex"/>
                <a:cs typeface="Google Sans Flex"/>
              </a:defRPr>
            </a:lvl8pPr>
            <a:lvl9pPr>
              <a:defRPr sz="1575" b="1">
                <a:solidFill>
                  <a:srgbClr val="111111"/>
                </a:solidFill>
                <a:latin typeface="Google Sans Flex"/>
                <a:ea typeface="Google Sans Flex"/>
                <a:cs typeface="Google Sans Flex"/>
              </a:defRPr>
            </a:lvl9pPr>
          </a:lstStyle>
          <a:p xmlns:a="http://schemas.openxmlformats.org/drawingml/2006/main">
            <a:pPr>
              <a:defRPr sz="1575" b="1">
                <a:solidFill>
                  <a:srgbClr val="111111"/>
                </a:solidFill>
                <a:latin typeface="Google Sans Flex"/>
                <a:ea typeface="Google Sans Flex"/>
                <a:cs typeface="Google Sans Flex"/>
              </a:defRPr>
            </a:pPr>
            <a:r>
              <a:rPr sz="1575" b="1">
                <a:solidFill>
                  <a:srgbClr val="111111"/>
                </a:solidFill>
                <a:latin typeface="Google Sans Flex"/>
                <a:ea typeface="Google Sans Flex"/>
                <a:cs typeface="Google Sans Flex"/>
              </a:rPr>
              <a:t>Public prototype (device-only demo)</a:t>
            </a:r>
          </a:p>
        </p:txBody>
      </p:sp>
      <p:sp>
        <p:nvSpPr>
          <p:cNvPr id="165" name="link-value-2">
            <a:extLst xmlns:a="http://schemas.openxmlformats.org/drawingml/2006/main">
              <a:ext uri="{FF2B5EF4-FFF2-40B4-BE49-F238E27FC236}">
                <a16:creationId xmlns:a16="http://schemas.microsoft.com/office/drawing/2014/main" id="{AFE23D74-5766-4563-AE38-6D0A5FD6CD13}"/>
              </a:ext>
            </a:extLst>
          </p:cNvPr>
          <p:cNvSpPr>
            <a:spLocks xmlns:a="http://schemas.openxmlformats.org/drawingml/2006/main" noGrp="1"/>
          </p:cNvSpPr>
          <p:nvPr/>
        </p:nvSpPr>
        <p:spPr>
          <a:xfrm xmlns:a="http://schemas.openxmlformats.org/drawingml/2006/main">
            <a:off x="495300" y="36671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555555"/>
                </a:solidFill>
                <a:latin typeface="Google Sans Flex"/>
                <a:ea typeface="Google Sans Flex"/>
                <a:cs typeface="Google Sans Flex"/>
              </a:defRPr>
            </a:defPPr>
            <a:lvl1pPr>
              <a:defRPr sz="1350">
                <a:solidFill>
                  <a:srgbClr val="555555"/>
                </a:solidFill>
                <a:latin typeface="Google Sans Flex"/>
                <a:ea typeface="Google Sans Flex"/>
                <a:cs typeface="Google Sans Flex"/>
              </a:defRPr>
            </a:lvl1pPr>
            <a:lvl2pPr>
              <a:defRPr sz="1350">
                <a:solidFill>
                  <a:srgbClr val="555555"/>
                </a:solidFill>
                <a:latin typeface="Google Sans Flex"/>
                <a:ea typeface="Google Sans Flex"/>
                <a:cs typeface="Google Sans Flex"/>
              </a:defRPr>
            </a:lvl2pPr>
            <a:lvl3pPr>
              <a:defRPr sz="1350">
                <a:solidFill>
                  <a:srgbClr val="555555"/>
                </a:solidFill>
                <a:latin typeface="Google Sans Flex"/>
                <a:ea typeface="Google Sans Flex"/>
                <a:cs typeface="Google Sans Flex"/>
              </a:defRPr>
            </a:lvl3pPr>
            <a:lvl4pPr>
              <a:defRPr sz="1350">
                <a:solidFill>
                  <a:srgbClr val="555555"/>
                </a:solidFill>
                <a:latin typeface="Google Sans Flex"/>
                <a:ea typeface="Google Sans Flex"/>
                <a:cs typeface="Google Sans Flex"/>
              </a:defRPr>
            </a:lvl4pPr>
            <a:lvl5pPr>
              <a:defRPr sz="1350">
                <a:solidFill>
                  <a:srgbClr val="555555"/>
                </a:solidFill>
                <a:latin typeface="Google Sans Flex"/>
                <a:ea typeface="Google Sans Flex"/>
                <a:cs typeface="Google Sans Flex"/>
              </a:defRPr>
            </a:lvl5pPr>
            <a:lvl6pPr>
              <a:defRPr sz="1350">
                <a:solidFill>
                  <a:srgbClr val="555555"/>
                </a:solidFill>
                <a:latin typeface="Google Sans Flex"/>
                <a:ea typeface="Google Sans Flex"/>
                <a:cs typeface="Google Sans Flex"/>
              </a:defRPr>
            </a:lvl6pPr>
            <a:lvl7pPr>
              <a:defRPr sz="1350">
                <a:solidFill>
                  <a:srgbClr val="555555"/>
                </a:solidFill>
                <a:latin typeface="Google Sans Flex"/>
                <a:ea typeface="Google Sans Flex"/>
                <a:cs typeface="Google Sans Flex"/>
              </a:defRPr>
            </a:lvl7pPr>
            <a:lvl8pPr>
              <a:defRPr sz="1350">
                <a:solidFill>
                  <a:srgbClr val="555555"/>
                </a:solidFill>
                <a:latin typeface="Google Sans Flex"/>
                <a:ea typeface="Google Sans Flex"/>
                <a:cs typeface="Google Sans Flex"/>
              </a:defRPr>
            </a:lvl8pPr>
            <a:lvl9pPr>
              <a:defRPr sz="1350">
                <a:solidFill>
                  <a:srgbClr val="555555"/>
                </a:solidFill>
                <a:latin typeface="Google Sans Flex"/>
                <a:ea typeface="Google Sans Flex"/>
                <a:cs typeface="Google Sans Flex"/>
              </a:defRPr>
            </a:lvl9pPr>
          </a:lstStyle>
          <a:p xmlns:a="http://schemas.openxmlformats.org/drawingml/2006/main">
            <a:pPr>
              <a:defRPr sz="1350">
                <a:solidFill>
                  <a:srgbClr val="555555"/>
                </a:solidFill>
                <a:latin typeface="Google Sans Flex"/>
                <a:ea typeface="Google Sans Flex"/>
                <a:cs typeface="Google Sans Flex"/>
              </a:defRPr>
            </a:pPr>
            <a:r>
              <a:rPr sz="1350">
                <a:solidFill>
                  <a:srgbClr val="555555"/>
                </a:solidFill>
                <a:latin typeface="Google Sans Flex"/>
                <a:ea typeface="Google Sans Flex"/>
                <a:cs typeface="Google Sans Flex"/>
              </a:rPr>
              <a:t>https://lead-net-6639-eta.vercel.app/</a:t>
            </a:r>
          </a:p>
        </p:txBody>
      </p:sp>
      <p:sp>
        <p:nvSpPr>
          <p:cNvPr id="166" name="link-check">
            <a:extLst xmlns:a="http://schemas.openxmlformats.org/drawingml/2006/main">
              <a:ext uri="{FF2B5EF4-FFF2-40B4-BE49-F238E27FC236}">
                <a16:creationId xmlns:a16="http://schemas.microsoft.com/office/drawing/2014/main" id="{957FBA5C-0C31-47B0-A169-E34770C8EFDE}"/>
              </a:ext>
            </a:extLst>
          </p:cNvPr>
          <p:cNvSpPr>
            <a:spLocks xmlns:a="http://schemas.openxmlformats.org/drawingml/2006/main" noGrp="1"/>
          </p:cNvSpPr>
          <p:nvPr/>
        </p:nvSpPr>
        <p:spPr>
          <a:xfrm xmlns:a="http://schemas.openxmlformats.org/drawingml/2006/main">
            <a:off x="495300" y="4514850"/>
            <a:ext cx="815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a:solidFill>
                  <a:srgbClr val="111111"/>
                </a:solidFill>
                <a:latin typeface="Google Sans Flex"/>
                <a:ea typeface="Google Sans Flex"/>
                <a:cs typeface="Google Sans Flex"/>
              </a:defRPr>
            </a:defPPr>
            <a:lvl1pPr>
              <a:defRPr sz="1275">
                <a:solidFill>
                  <a:srgbClr val="111111"/>
                </a:solidFill>
                <a:latin typeface="Google Sans Flex"/>
                <a:ea typeface="Google Sans Flex"/>
                <a:cs typeface="Google Sans Flex"/>
              </a:defRPr>
            </a:lvl1pPr>
            <a:lvl2pPr>
              <a:defRPr sz="1275">
                <a:solidFill>
                  <a:srgbClr val="111111"/>
                </a:solidFill>
                <a:latin typeface="Google Sans Flex"/>
                <a:ea typeface="Google Sans Flex"/>
                <a:cs typeface="Google Sans Flex"/>
              </a:defRPr>
            </a:lvl2pPr>
            <a:lvl3pPr>
              <a:defRPr sz="1275">
                <a:solidFill>
                  <a:srgbClr val="111111"/>
                </a:solidFill>
                <a:latin typeface="Google Sans Flex"/>
                <a:ea typeface="Google Sans Flex"/>
                <a:cs typeface="Google Sans Flex"/>
              </a:defRPr>
            </a:lvl3pPr>
            <a:lvl4pPr>
              <a:defRPr sz="1275">
                <a:solidFill>
                  <a:srgbClr val="111111"/>
                </a:solidFill>
                <a:latin typeface="Google Sans Flex"/>
                <a:ea typeface="Google Sans Flex"/>
                <a:cs typeface="Google Sans Flex"/>
              </a:defRPr>
            </a:lvl4pPr>
            <a:lvl5pPr>
              <a:defRPr sz="1275">
                <a:solidFill>
                  <a:srgbClr val="111111"/>
                </a:solidFill>
                <a:latin typeface="Google Sans Flex"/>
                <a:ea typeface="Google Sans Flex"/>
                <a:cs typeface="Google Sans Flex"/>
              </a:defRPr>
            </a:lvl5pPr>
            <a:lvl6pPr>
              <a:defRPr sz="1275">
                <a:solidFill>
                  <a:srgbClr val="111111"/>
                </a:solidFill>
                <a:latin typeface="Google Sans Flex"/>
                <a:ea typeface="Google Sans Flex"/>
                <a:cs typeface="Google Sans Flex"/>
              </a:defRPr>
            </a:lvl6pPr>
            <a:lvl7pPr>
              <a:defRPr sz="1275">
                <a:solidFill>
                  <a:srgbClr val="111111"/>
                </a:solidFill>
                <a:latin typeface="Google Sans Flex"/>
                <a:ea typeface="Google Sans Flex"/>
                <a:cs typeface="Google Sans Flex"/>
              </a:defRPr>
            </a:lvl7pPr>
            <a:lvl8pPr>
              <a:defRPr sz="1275">
                <a:solidFill>
                  <a:srgbClr val="111111"/>
                </a:solidFill>
                <a:latin typeface="Google Sans Flex"/>
                <a:ea typeface="Google Sans Flex"/>
                <a:cs typeface="Google Sans Flex"/>
              </a:defRPr>
            </a:lvl8pPr>
            <a:lvl9pPr>
              <a:defRPr sz="1275">
                <a:solidFill>
                  <a:srgbClr val="111111"/>
                </a:solidFill>
                <a:latin typeface="Google Sans Flex"/>
                <a:ea typeface="Google Sans Flex"/>
                <a:cs typeface="Google Sans Flex"/>
              </a:defRPr>
            </a:lvl9pPr>
          </a:lstStyle>
          <a:p xmlns:a="http://schemas.openxmlformats.org/drawingml/2006/main">
            <a:pPr>
              <a:defRPr sz="1275">
                <a:solidFill>
                  <a:srgbClr val="111111"/>
                </a:solidFill>
                <a:latin typeface="Google Sans Flex"/>
                <a:ea typeface="Google Sans Flex"/>
                <a:cs typeface="Google Sans Flex"/>
              </a:defRPr>
            </a:pPr>
            <a:r>
              <a:rPr sz="1275">
                <a:solidFill>
                  <a:srgbClr val="111111"/>
                </a:solidFill>
                <a:latin typeface="Google Sans Flex"/>
                <a:ea typeface="Google Sans Flex"/>
                <a:cs typeface="Google Sans Flex"/>
              </a:rPr>
              <a:t>All three links must open without account access during evaluation.</a:t>
            </a:r>
          </a:p>
        </p:txBody>
      </p:sp>
    </p:spTree>
    <p:extLst>
      <p:ext uri="{BB962C8B-B14F-4D97-AF65-F5344CB8AC3E}">
        <p14:creationId xmlns:p14="http://schemas.microsoft.com/office/powerpoint/2010/main" val="199505614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71" name="Google Shape;171;p28">
            <a:extLst xmlns:a="http://schemas.openxmlformats.org/drawingml/2006/main">
              <a:ext uri="{FF2B5EF4-FFF2-40B4-BE49-F238E27FC236}">
                <a16:creationId xmlns:a16="http://schemas.microsoft.com/office/drawing/2014/main" id="{25E33D10-27A8-4EBD-AD92-F605ACF5C91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858500f46a541a2">
            <a:alphaModFix/>
          </a:blip>
          <a:srcRect xmlns:a="http://schemas.openxmlformats.org/drawingml/2006/main" l="0" t="0" r="0" b="98001"/>
          <a:stretch xmlns:a="http://schemas.openxmlformats.org/drawingml/2006/main"/>
        </p:blipFill>
        <p:spPr>
          <a:xfrm xmlns:a="http://schemas.openxmlformats.org/drawingml/2006/main">
            <a:off x="0" y="5093589"/>
            <a:ext cx="9144000" cy="49911"/>
          </a:xfrm>
          <a:prstGeom xmlns:a="http://schemas.openxmlformats.org/drawingml/2006/main" prst="rect">
            <a:avLst/>
          </a:prstGeom>
          <a:ln xmlns:a="http://schemas.openxmlformats.org/drawingml/2006/main">
            <a:noFill/>
          </a:ln>
        </p:spPr>
      </p:pic>
      <p:pic>
        <p:nvPicPr>
          <p:cNvPr id="172" name="Google Shape;172;p28">
            <a:extLst xmlns:a="http://schemas.openxmlformats.org/drawingml/2006/main">
              <a:ext uri="{FF2B5EF4-FFF2-40B4-BE49-F238E27FC236}">
                <a16:creationId xmlns:a16="http://schemas.microsoft.com/office/drawing/2014/main" id="{50213E0E-A5E7-4BCE-9E06-76CE6C7D1BCE}"/>
              </a:ext>
            </a:extLst>
          </p:cNvPr>
          <p:cNvPicPr>
            <a:picLocks xmlns:a="http://schemas.openxmlformats.org/drawingml/2006/main" noChangeAspect="1"/>
          </p:cNvPicPr>
          <p:nvPr/>
        </p:nvPicPr>
        <p:blipFill>
          <a:blip xmlns:r="http://schemas.openxmlformats.org/officeDocument/2006/relationships" xmlns:a="http://schemas.openxmlformats.org/drawingml/2006/main" r:embed="R26c7ef12d6374f30">
            <a:alphaModFix/>
          </a:blip>
          <a:stretch xmlns:a="http://schemas.openxmlformats.org/drawingml/2006/main">
            <a:fillRect l="0" t="0" r="0" b="0"/>
          </a:stretch>
        </p:blipFill>
        <p:spPr>
          <a:xfrm xmlns:a="http://schemas.openxmlformats.org/drawingml/2006/main">
            <a:off x="0" y="0"/>
            <a:ext cx="9144000" cy="5143516"/>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693466454"/>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2026-10-18T13:35:47.6370000Z</dcterms:created>
  <dcterms:modified xsi:type="dcterms:W3CDTF">2026-10-18T13:35:47.6370000Z</dcterms:modified>
</coreProperties>
</file>