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0de55a0d954c2a" /><Relationship Type="http://schemas.openxmlformats.org/officeDocument/2006/relationships/extended-properties" Target="/docProps/app.xml" Id="Rbefa066aa11048cc" /><Relationship Type="http://schemas.openxmlformats.org/officeDocument/2006/relationships/officeDocument" Target="/ppt/presentation.xml" Id="Rbd93ce41a5a8472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0c56a5af7954bde"/>
  </p:sldMasterIdLst>
  <p:notesMasterIdLst>
    <p:notesMasterId xmlns:r="http://schemas.openxmlformats.org/officeDocument/2006/relationships" r:id="Rb687f6b3a5a14e24"/>
  </p:notesMasterIdLst>
  <p:sldIdLst>
    <p:sldId xmlns:r="http://schemas.openxmlformats.org/officeDocument/2006/relationships" id="256" r:id="Ra47cb3b5817f4aef"/>
    <p:sldId xmlns:r="http://schemas.openxmlformats.org/officeDocument/2006/relationships" id="257" r:id="R69c2f9bb4a424fa6"/>
    <p:sldId xmlns:r="http://schemas.openxmlformats.org/officeDocument/2006/relationships" id="258" r:id="R9cf025cad1344856"/>
    <p:sldId xmlns:r="http://schemas.openxmlformats.org/officeDocument/2006/relationships" id="259" r:id="Rbe118071608143ba"/>
    <p:sldId xmlns:r="http://schemas.openxmlformats.org/officeDocument/2006/relationships" id="260" r:id="Rca11aa43ae744c61"/>
    <p:sldId xmlns:r="http://schemas.openxmlformats.org/officeDocument/2006/relationships" id="261" r:id="R6a596c3f1b984e47"/>
    <p:sldId xmlns:r="http://schemas.openxmlformats.org/officeDocument/2006/relationships" id="262" r:id="R1e44d016cc05444a"/>
    <p:sldId xmlns:r="http://schemas.openxmlformats.org/officeDocument/2006/relationships" id="263" r:id="R280b78f94f9b4f89"/>
    <p:sldId xmlns:r="http://schemas.openxmlformats.org/officeDocument/2006/relationships" id="264" r:id="Rd049777c82bf4e30"/>
    <p:sldId xmlns:r="http://schemas.openxmlformats.org/officeDocument/2006/relationships" id="265" r:id="R6dde10d653ac415a"/>
    <p:sldId xmlns:r="http://schemas.openxmlformats.org/officeDocument/2006/relationships" id="266" r:id="R539536a09b6640d8"/>
    <p:sldId xmlns:r="http://schemas.openxmlformats.org/officeDocument/2006/relationships" id="267" r:id="Rd5ed5a63e84849d9"/>
    <p:sldId xmlns:r="http://schemas.openxmlformats.org/officeDocument/2006/relationships" id="268" r:id="R065b6b0b5c6b4ae7"/>
    <p:sldId xmlns:r="http://schemas.openxmlformats.org/officeDocument/2006/relationships" id="269" r:id="Ra67942c796034d63"/>
  </p:sldIdLst>
  <p:sldSz cx="9144000" cy="5143500"/>
  <p:notesSz cx="6858000" cy="9144000"/>
  <p:embeddedFontLst>
    <p:embeddedFont>
      <p:font typeface="Google Sans Flex Medium"/>
      <p:regular xmlns:r="http://schemas.openxmlformats.org/officeDocument/2006/relationships" r:id="Rdbbec656d18f4d2b"/>
      <p:bold xmlns:r="http://schemas.openxmlformats.org/officeDocument/2006/relationships" r:id="Ra116f56480ec435c"/>
    </p:embeddedFont>
    <p:embeddedFont>
      <p:font typeface="Google Sans Flex"/>
      <p:regular xmlns:r="http://schemas.openxmlformats.org/officeDocument/2006/relationships" r:id="R24f0e5009ed548ef"/>
      <p:bold xmlns:r="http://schemas.openxmlformats.org/officeDocument/2006/relationships" r:id="R6b02d82debf84670"/>
    </p:embeddedFont>
    <p:embeddedFont>
      <p:font typeface="Google Sans Flex SemiBold"/>
      <p:regular xmlns:r="http://schemas.openxmlformats.org/officeDocument/2006/relationships" r:id="Re6e5b4f618404dac"/>
      <p:bold xmlns:r="http://schemas.openxmlformats.org/officeDocument/2006/relationships" r:id="Rd23f26216f8945ab"/>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ccf92c3de3047ea" /><Relationship Type="http://schemas.openxmlformats.org/officeDocument/2006/relationships/slideMaster" Target="/ppt/slideMasters/slideMaster1.xml" Id="R70c56a5af7954bde" /><Relationship Type="http://schemas.openxmlformats.org/officeDocument/2006/relationships/notesMaster" Target="/ppt/notesMasters/notesMaster1.xml" Id="Rb687f6b3a5a14e24" /><Relationship Type="http://schemas.openxmlformats.org/officeDocument/2006/relationships/presProps" Target="/ppt/presProps.xml" Id="R9c712e34c19c4778" /><Relationship Type="http://schemas.openxmlformats.org/officeDocument/2006/relationships/viewProps" Target="/ppt/viewProps.xml" Id="R376808dba4504de6" /><Relationship Type="http://schemas.openxmlformats.org/officeDocument/2006/relationships/tableStyles" Target="/ppt/tableStyles.xml" Id="Rc017ffe5c19b47a5" /><Relationship Type="http://schemas.openxmlformats.org/officeDocument/2006/relationships/font" Target="/ppt/fonts/font.dat" Id="Rdbbec656d18f4d2b" /><Relationship Type="http://schemas.openxmlformats.org/officeDocument/2006/relationships/font" Target="/ppt/fonts/font2.dat" Id="Ra116f56480ec435c" /><Relationship Type="http://schemas.openxmlformats.org/officeDocument/2006/relationships/font" Target="/ppt/fonts/font3.dat" Id="R24f0e5009ed548ef" /><Relationship Type="http://schemas.openxmlformats.org/officeDocument/2006/relationships/font" Target="/ppt/fonts/font4.dat" Id="R6b02d82debf84670" /><Relationship Type="http://schemas.openxmlformats.org/officeDocument/2006/relationships/font" Target="/ppt/fonts/font5.dat" Id="Re6e5b4f618404dac" /><Relationship Type="http://schemas.openxmlformats.org/officeDocument/2006/relationships/font" Target="/ppt/fonts/font6.dat" Id="Rd23f26216f8945ab" /><Relationship Type="http://schemas.openxmlformats.org/officeDocument/2006/relationships/slide" Target="/ppt/slides/slide1.xml" Id="Ra47cb3b5817f4aef" /><Relationship Type="http://schemas.openxmlformats.org/officeDocument/2006/relationships/slide" Target="/ppt/slides/slide2.xml" Id="R69c2f9bb4a424fa6" /><Relationship Type="http://schemas.openxmlformats.org/officeDocument/2006/relationships/slide" Target="/ppt/slides/slide3.xml" Id="R9cf025cad1344856" /><Relationship Type="http://schemas.openxmlformats.org/officeDocument/2006/relationships/slide" Target="/ppt/slides/slide4.xml" Id="Rbe118071608143ba" /><Relationship Type="http://schemas.openxmlformats.org/officeDocument/2006/relationships/slide" Target="/ppt/slides/slide5.xml" Id="Rca11aa43ae744c61" /><Relationship Type="http://schemas.openxmlformats.org/officeDocument/2006/relationships/slide" Target="/ppt/slides/slide6.xml" Id="R6a596c3f1b984e47" /><Relationship Type="http://schemas.openxmlformats.org/officeDocument/2006/relationships/slide" Target="/ppt/slides/slide7.xml" Id="R1e44d016cc05444a" /><Relationship Type="http://schemas.openxmlformats.org/officeDocument/2006/relationships/slide" Target="/ppt/slides/slide8.xml" Id="R280b78f94f9b4f89" /><Relationship Type="http://schemas.openxmlformats.org/officeDocument/2006/relationships/slide" Target="/ppt/slides/slide9.xml" Id="Rd049777c82bf4e30" /><Relationship Type="http://schemas.openxmlformats.org/officeDocument/2006/relationships/slide" Target="/ppt/slides/slide10.xml" Id="R6dde10d653ac415a" /><Relationship Type="http://schemas.openxmlformats.org/officeDocument/2006/relationships/slide" Target="/ppt/slides/slide11.xml" Id="R539536a09b6640d8" /><Relationship Type="http://schemas.openxmlformats.org/officeDocument/2006/relationships/slide" Target="/ppt/slides/slide12.xml" Id="Rd5ed5a63e84849d9" /><Relationship Type="http://schemas.openxmlformats.org/officeDocument/2006/relationships/slide" Target="/ppt/slides/slide13.xml" Id="R065b6b0b5c6b4ae7" /><Relationship Type="http://schemas.openxmlformats.org/officeDocument/2006/relationships/slide" Target="/ppt/slides/slide14.xml" Id="Ra67942c796034d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7e919e74f945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0f503b025a4b48" /><Relationship Type="http://schemas.openxmlformats.org/officeDocument/2006/relationships/notesMaster" Target="/ppt/notesMasters/notesMaster1.xml" Id="Rf688bf060ed446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db4edf30424378" /><Relationship Type="http://schemas.openxmlformats.org/officeDocument/2006/relationships/notesMaster" Target="/ppt/notesMasters/notesMaster1.xml" Id="Rc3348fea7d104e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4489fd09d44699" /><Relationship Type="http://schemas.openxmlformats.org/officeDocument/2006/relationships/notesMaster" Target="/ppt/notesMasters/notesMaster1.xml" Id="R91b76a8c3ded46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5febd2e8f34950" /><Relationship Type="http://schemas.openxmlformats.org/officeDocument/2006/relationships/notesMaster" Target="/ppt/notesMasters/notesMaster1.xml" Id="R1978cf6388b742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f4238aa77c436f" /><Relationship Type="http://schemas.openxmlformats.org/officeDocument/2006/relationships/notesMaster" Target="/ppt/notesMasters/notesMaster1.xml" Id="Rd0126f44dd004b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f149cbb0bd45f6" /><Relationship Type="http://schemas.openxmlformats.org/officeDocument/2006/relationships/notesMaster" Target="/ppt/notesMasters/notesMaster1.xml" Id="R9cf8d1777aaa4c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61ac24db844b6f" /><Relationship Type="http://schemas.openxmlformats.org/officeDocument/2006/relationships/notesMaster" Target="/ppt/notesMasters/notesMaster1.xml" Id="Rf865d1e966064f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5fbf7d7efb4b49" /><Relationship Type="http://schemas.openxmlformats.org/officeDocument/2006/relationships/notesMaster" Target="/ppt/notesMasters/notesMaster1.xml" Id="Rccf8937230ff4a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b41e8296aa4379" /><Relationship Type="http://schemas.openxmlformats.org/officeDocument/2006/relationships/notesMaster" Target="/ppt/notesMasters/notesMaster1.xml" Id="Ra97ae4021f9943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2ea01de21448f2" /><Relationship Type="http://schemas.openxmlformats.org/officeDocument/2006/relationships/notesMaster" Target="/ppt/notesMasters/notesMaster1.xml" Id="R729e87537d8b4d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da0afc5aea4569" /><Relationship Type="http://schemas.openxmlformats.org/officeDocument/2006/relationships/notesMaster" Target="/ppt/notesMasters/notesMaster1.xml" Id="R4841ec7b377047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a89adf80de44a2" /><Relationship Type="http://schemas.openxmlformats.org/officeDocument/2006/relationships/notesMaster" Target="/ppt/notesMasters/notesMaster1.xml" Id="R15c18d2fd5b44f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f052afcf064a46" /><Relationship Type="http://schemas.openxmlformats.org/officeDocument/2006/relationships/notesMaster" Target="/ppt/notesMasters/notesMaster1.xml" Id="Rf8677dd0af544be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65a19d865c4ea1" /><Relationship Type="http://schemas.openxmlformats.org/officeDocument/2006/relationships/notesMaster" Target="/ppt/notesMasters/notesMaster1.xml" Id="R42fdc90cc71c4c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Registered team: Tri-Fusion. Product: Namma Civic. Vudumula Naga sai Rahul (Leader); Mohammed Mudasser (Member); Abubakr Siddique M (Member). Names match the owner-supplied portal screenshot exactly; email addresses are omitted.</a:t>
            </a:r>
            <a:endParaRPr/>
          </a:p>
          <a:p xmlns:a="http://schemas.openxmlformats.org/drawingml/2006/main">
            <a:pPr marL="0" lvl="0" indent="0" algn="l">
              <a:spcBef>
                <a:spcPts val="0"/>
              </a:spcBef>
              <a:spcAft>
                <a:spcPts val="0"/>
              </a:spcAft>
              <a:buNone/>
            </a:pPr>
            <a:r>
              <a:t>Selected problem statement: Sustainability &amp; Social Impact. Owner selected Sustainability &amp; Social Impact for the submission materials on 18 October 2026; this does not confirm a portal selection or eligibility.</a:t>
            </a:r>
            <a:endParaRPr/>
          </a:p>
          <a:p xmlns:a="http://schemas.openxmlformats.org/drawingml/2006/main">
            <a:pPr marL="0" lvl="0" indent="0" algn="l">
              <a:spcBef>
                <a:spcPts val="0"/>
              </a:spcBef>
              <a:spcAft>
                <a:spcPts val="0"/>
              </a:spcAft>
              <a:buNone/>
            </a:pPr>
            <a:r>
              <a:t>Challenge description: Build an AI-powered solution that addresses a meaningful environmental or societal challenge. Solutions may focus on improving resource efficiency, increasing accessibility, strengthening resilience, supporting communities, or enabling more informed and sustainable decision-making.</a:t>
            </a:r>
            <a:endParaRPr/>
          </a:p>
          <a:p xmlns:a="http://schemas.openxmlformats.org/drawingml/2006/main">
            <a:pPr marL="0" lvl="0" indent="0" algn="l">
              <a:spcBef>
                <a:spcPts val="0"/>
              </a:spcBef>
              <a:spcAft>
                <a:spcPts val="0"/>
              </a:spcAft>
              <a:buNone/>
            </a:pPr>
            <a:r>
              <a:t>Project problem statement: Residents struggle to turn everyday civic problems into clear, actionable reports and to track whether a fix actually happened. Namma Civic connects accessible local reporting, community discussion, evidence-backed responses and citizen verification in one public record.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owner-supplied Hack2Skill portal roster screenshot, registered team confirmation and selected challenge, 18 October 2026; submission/team.json.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Selected challenge: Sustainability &amp; Social Impact</a:t>
            </a:r>
            <a:endParaRPr/>
          </a:p>
          <a:p xmlns:a="http://schemas.openxmlformats.org/drawingml/2006/main">
            <a:pPr marL="0" lvl="0" indent="0" algn="l">
              <a:spcBef>
                <a:spcPts val="0"/>
              </a:spcBef>
              <a:spcAft>
                <a:spcPts val="0"/>
              </a:spcAft>
              <a:buNone/>
            </a:pPr>
            <a:r>
              <a:t>Challenge description: Build an AI-powered solution that addresses a meaningful environmental or societal challenge. Solutions may focus on improving resource efficiency, increasing accessibility, strengthening resilience, supporting communities, or enabling more informed and sustainable decision-making.</a:t>
            </a:r>
            <a:endParaRPr/>
          </a:p>
          <a:p xmlns:a="http://schemas.openxmlformats.org/drawingml/2006/main">
            <a:pPr marL="0" lvl="0" indent="0" algn="l">
              <a:spcBef>
                <a:spcPts val="0"/>
              </a:spcBef>
              <a:spcAft>
                <a:spcPts val="0"/>
              </a:spcAft>
              <a:buNone/>
            </a:pPr>
            <a:r>
              <a:t>Project problem statement: Residents struggle to turn everyday civic problems into clear, actionable reports and to track whether a fix actually happened. Namma Civic connects accessible local reporting, community discussion, evidence-backed responses and citizen verification in one public record.</a:t>
            </a:r>
            <a:endParaRPr/>
          </a:p>
          <a:p xmlns:a="http://schemas.openxmlformats.org/drawingml/2006/main">
            <a:pPr marL="0" lvl="0" indent="0" algn="l">
              <a:spcBef>
                <a:spcPts val="0"/>
              </a:spcBef>
              <a:spcAft>
                <a:spcPts val="0"/>
              </a:spcAft>
              <a:buNone/>
            </a:pPr>
            <a:r>
              <a:t>Namma Civic applies this challenge to accessible local reporting, community participation and an evidence-backed public civic record. The connected report-to-verification workflow is implemented in source. The live Firebase Hosting frontend is a device-only demonstration, with no live Gemini or connected backend.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a:p xmlns:a="http://schemas.openxmlformats.org/drawingml/2006/main">
            <a:pPr marL="0" lvl="0" indent="0" algn="l">
              <a:spcBef>
                <a:spcPts val="0"/>
              </a:spcBef>
              <a:spcAft>
                <a:spcPts val="0"/>
              </a:spcAft>
              <a:buNone/>
            </a:pPr>
            <a:r>
              <a:t>Source: submission/team.json; submission/status.json; deploy/frontend/FIREBASE.md.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Differentiation is the combined evidence, citizen quorum and published metric definitions. This is a proposed product distinction, not a claim that no competitor offers citizen confirmation. No unverified market statistics are used.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Public Firebase Hosting device-only demonstration is accessible. Posts and interactions stay in each browser; connected backend features remain unavailable.</a:t>
            </a:r>
            <a:endParaRPr/>
          </a:p>
          <a:p xmlns:a="http://schemas.openxmlformats.org/drawingml/2006/main">
            <a:pPr marL="0" lvl="0" indent="0" algn="l">
              <a:spcBef>
                <a:spcPts val="0"/>
              </a:spcBef>
              <a:spcAft>
                <a:spcPts val="0"/>
              </a:spcAft>
              <a:buNone/>
            </a:pPr>
            <a:r>
              <a:t>All-workspace typecheck and nine static-server tests pass. Live Hosting routes, 369 wards and sample media verified. Community, People, map, issue and ledger layouts checked at 390px and 1440px in both themes.</a:t>
            </a:r>
            <a:endParaRPr/>
          </a:p>
          <a:p xmlns:a="http://schemas.openxmlformats.org/drawingml/2006/main">
            <a:pPr marL="0" lvl="0" indent="0" algn="l">
              <a:spcBef>
                <a:spcPts val="0"/>
              </a:spcBef>
              <a:spcAft>
                <a:spcPts val="0"/>
              </a:spcAft>
              <a:buNone/>
            </a:pPr>
            <a:r>
              <a:t>Connected feature architecture and source are implemented. Firebase Hosting Spark serves the device-only demonstration. Connected API mutations and live Gemini remain unavailable. Fictional leaders and projects are labelled demonstration records.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submission/status.json; deploy/frontend/FIREBASE.md.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deterministic state machine governs every transition. Evidence observations are checked before an official claim advances. Citizen quorum is min(2, eligible), with at least one required vote. Silence never counts as confirmation.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graphic uses the shipped ward geometry and actual deterministic demo positions. The adjacent ledger is a native editable diagram of computed seed values. This slide is a mock diagram, not a screenshot and not measured municipal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a:p xmlns:a="http://schemas.openxmlformats.org/drawingml/2006/main">
            <a:pPr marL="0" lvl="0" indent="0" algn="l">
              <a:spcBef>
                <a:spcPts val="0"/>
              </a:spcBef>
              <a:spcAft>
                <a:spcPts val="0"/>
              </a:spcAft>
              <a:buNone/>
            </a:pPr>
            <a:r>
              <a:t>Source: apps/api/data/demo-seed-summary.json and apps/web/public/data/demo-city.json, generated by a deterministic dry run at 2026-10-17T08:00Z. Every issue, person, vote, budget and outcome is fictional demo data. No civic performance claim is made.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diagram combines the deployed static frontend with the implemented connected target architecture. Firebase Hosting Spark serves the device-only SPA at https://leadnet-blr.web.app/. It was deployed on 18 October 2026 with billing disabled and no API rewrite. Cloud Run and the connected backend remain undeployed. Gemini on Vertex AI has not been invoked or evaluated live. Device posts and interactions remain in each browser.</a:t>
            </a:r>
            <a:endParaRPr/>
          </a:p>
          <a:p xmlns:a="http://schemas.openxmlformats.org/drawingml/2006/main">
            <a:pPr marL="0" lvl="0" indent="0" algn="l">
              <a:spcBef>
                <a:spcPts val="0"/>
              </a:spcBef>
              <a:spcAft>
                <a:spcPts val="0"/>
              </a:spcAft>
              <a:buNone/>
            </a:pPr>
            <a:r>
              <a:t>In the future connected design, Admin SDK owns mutations. Vertex uses a service account, not browser API keys. For Ask Namma Civic, Gemini selects closed fact keys and code renders complete labelled bilingual values, units and sample sizes. Public AI projections exclude citizen transcripts and unapproved pre-edit prose. The deterministic core is inside the API, not another cloud service. Static Firebase Hosting alone does not establish the challenge requirement to use a Google AI service.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submission/status.json; deploy/frontend/FIREBASE.md; firebase.frontend.json.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Firebase Hosting Spark is the deployed Google service for the frontend. Auth, Storage, Firestore and Cloud Run are part of the connected source architecture, not a working connected deployment. Gemini integration and verifiers are implemented in source, but live Google AI behavior has not been established. The device demo stores new activity in the browser.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submission/status.json; deploy/frontend/FIREBASE.md.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owner selected Firebase Hosting Spark with no billing/card. Project billing is unlinked. Cloud Run, the connected backend and Gemini were not deployed. No measured cloud invoice, capacity benchmark or monthly pricing estimate is claimed. The listed future cost drivers are architecture facts, not quoted prices. Paid resources need new owner approval.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submission/status.json; docs/DEPLOYMENT.md; deploy/frontend/FIREBASE.md.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template section remains a readiness gap. Firebase Hosting is live and browser layouts have been reviewed, but genuine product screenshots are not included in this deck revision. Existing archival capture sources remain unchanged. Add selected verified product captures and rerender before submitting.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docs/research/media.md and apps/web/public/samples/CREDITS.md. Licensed photographs are illustrations; synthetic audio is labelled. No generated screenshot is presented as the product.</a:t>
            </a:r>
            <a:endParaRPr/>
          </a:p>
          <a:p xmlns:a="http://schemas.openxmlformats.org/drawingml/2006/main">
            <a:pPr marL="0" lvl="0" indent="0" algn="l">
              <a:spcBef>
                <a:spcPts val="0"/>
              </a:spcBef>
              <a:spcAft>
                <a:spcPts val="0"/>
              </a:spcAft>
              <a:buNone/>
            </a:pPr>
            <a:r>
              <a:t>Source: submission/status.json.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figures describe local integrity checks and deployed frontend verification, not live model benchmarks.</a:t>
            </a:r>
            <a:endParaRPr/>
          </a:p>
          <a:p xmlns:a="http://schemas.openxmlformats.org/drawingml/2006/main">
            <a:pPr marL="0" lvl="0" indent="0" algn="l">
              <a:spcBef>
                <a:spcPts val="0"/>
              </a:spcBef>
              <a:spcAft>
                <a:spcPts val="0"/>
              </a:spcAft>
              <a:buNone/>
            </a:pPr>
            <a:r>
              <a:t>All-workspace typecheck and nine static-server tests pass. Live Hosting routes, 369 wards and sample media verified. Community, People, map, issue and ledger layouts checked at 390px and 1440px in both themes.</a:t>
            </a:r>
            <a:endParaRPr/>
          </a:p>
          <a:p xmlns:a="http://schemas.openxmlformats.org/drawingml/2006/main">
            <a:pPr marL="0" lvl="0" indent="0" algn="l">
              <a:spcBef>
                <a:spcPts val="0"/>
              </a:spcBef>
              <a:spcAft>
                <a:spcPts val="0"/>
              </a:spcAft>
              <a:buNone/>
            </a:pPr>
            <a:r>
              <a:t>Frontend deployed to Firebase Hosting Spark in leadnet-blr on 18 October 2026. Project billing remains disabled. Cloud Run, connected backend and live Gemini were not deployed or verified.</a:t>
            </a:r>
            <a:endParaRPr/>
          </a:p>
          <a:p xmlns:a="http://schemas.openxmlformats.org/drawingml/2006/main">
            <a:pPr marL="0" lvl="0" indent="0" algn="l">
              <a:spcBef>
                <a:spcPts val="0"/>
              </a:spcBef>
              <a:spcAft>
                <a:spcPts val="0"/>
              </a:spcAft>
              <a:buNone/>
            </a:pPr>
            <a:r>
              <a:t>No Gemini category accuracy, duplicate precision/recall, evidence detection rate or latency is claimed. Hosting a static frontend does not establish the Google AI service requirement.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apps/api/data/demo-seed-summary.json and apps/web/public/data/demo-city.json, generated by a deterministic dry run at 2026-10-17T08:00Z. Every issue, person, vote, budget and outcome is fictional demo data. No civic performance claim is made.</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a:p xmlns:a="http://schemas.openxmlformats.org/drawingml/2006/main">
            <a:pPr marL="0" lvl="0" indent="0" algn="l">
              <a:spcBef>
                <a:spcPts val="0"/>
              </a:spcBef>
              <a:spcAft>
                <a:spcPts val="0"/>
              </a:spcAft>
              <a:buNone/>
            </a:pPr>
            <a:r>
              <a:t>Source: docs/research/media.md and apps/web/public/samples/CREDITS.md. Licensed photographs are illustrations; synthetic audio is labelled. No generated screenshot is presented as the product.</a:t>
            </a:r>
            <a:endParaRPr/>
          </a:p>
          <a:p xmlns:a="http://schemas.openxmlformats.org/drawingml/2006/main">
            <a:pPr marL="0" lvl="0" indent="0" algn="l">
              <a:spcBef>
                <a:spcPts val="0"/>
              </a:spcBef>
              <a:spcAft>
                <a:spcPts val="0"/>
              </a:spcAft>
              <a:buNone/>
            </a:pPr>
            <a:r>
              <a:t>Status: submission/status.json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frontend is deployed to Firebase Hosting Spark. The connected backend and live Gemini remain unavailable, and paid deployment requires new owner approval. Government integrations and real official verification are roadmap items. Namma Civic is an independent prototype; seeded fictional leaders and budgets are not actual officials or public spending.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submission/status.json; docs/DEPLOYMENT.md.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public repository link is retained. The Firebase Hosting product URL https://leadnet-blr.web.app/ serves Namma Civic in device-only demo mode, deployed on Spark on 18 October 2026. Current Hosting route, media and browser checks are recorded in submission/status.json. This frontend deployment does not establish connected backend operation or live Google AI use. The public video URL remains pending. The owner-supplied current submission requirement is a 3-4 minute video. No video upload or contest submission is implied by this deck.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prescribed template; owner-supplied current video requirement; submission/status.json; deploy/frontend/FIREBASE.md, 18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Original closing artwork retained unchanged.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prescribed AI Builder Cup submission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1322acf7b34a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5a7b55dd7a42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94e6d73d9545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e3b1ba588d4a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29ab2bdfe449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1fa6b9c4564b4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b431ec0beb6409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3880105718a40c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0e85d3fe72d415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d3f1ca42af5414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a1bd458006e472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C1039011-91DE-41B2-AE72-C40192A637C0}"/>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295AF764-22BF-46ED-9116-3268EF1F729E}"/>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E017D6CD-3DD0-48A0-A839-73DA5BE49DE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3041034D-B184-4CC6-8D26-9CCC8C889D7A}"/>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F215033A-E952-41FF-BF70-5D27716FD2A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FAE6E76D-25C0-47A2-B05D-B7DFBC1E6B0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5917614A-9461-4BF0-BBE1-04B462A4ADC3}"/>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52026AF5-760A-40D2-BD20-80E1FC6A60B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D1B8F3AC-8DB0-457D-833B-0FE2C54A461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BAD7F1E9-BF74-4E03-B87D-353139AF03B4}"/>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AE5EAC11-B895-40A6-8C13-10782C6479D8}"/>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12B24BB8-5247-4705-B581-5A605689E3B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7524E8FE-F409-4598-8728-D8B128E4285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D1B7D297-4C1F-4550-B60F-77EEB13BB13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1742BD50-9261-461C-AA3F-4D602E523896}"/>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5E907604-BFC2-43DF-B467-687C9E8474C1}"/>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135726B6-D8DF-4154-A7B8-B4FE2386DC9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40D3FAB9-393D-4B42-B472-0FD73B94E068}"/>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7F2A7BEB-5940-4CB0-9A95-A3D395EFE61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D3666AF3-615C-4DE1-B753-2076AE35BFF8}"/>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E6531361-8732-41BA-868C-1E8BAA7B74E2}"/>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A53ACC00-E8A0-4740-BDD0-29A592FAA92B}"/>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63BB5E85-9C33-4D6A-A042-2E9529A53AF6}"/>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A4055055-3F62-4142-AB38-2AD557C127C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B8D1AB7E-0822-4614-A867-050DE25A5A4B}"/>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5D337BF1-8DB3-4175-82BA-25DEE054CBC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EA29E28-0D4D-4A03-9720-93F76E88AE04}"/>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80096304-1671-4D1F-8680-FFD535DBA377}"/>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995C3A8D-800B-40CC-B4CB-28CB44E3A00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B2DD78F1-A1D4-48FA-9D9A-EDD1C71F2D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dac90ee8144a04" /><Relationship Type="http://schemas.openxmlformats.org/officeDocument/2006/relationships/slideLayout" Target="/ppt/slideLayouts/slideLayout1.xml" Id="R792be1d864534210" /><Relationship Type="http://schemas.openxmlformats.org/officeDocument/2006/relationships/slideLayout" Target="/ppt/slideLayouts/slideLayout2.xml" Id="Rce50a98d6ff54b19" /><Relationship Type="http://schemas.openxmlformats.org/officeDocument/2006/relationships/slideLayout" Target="/ppt/slideLayouts/slideLayout3.xml" Id="R3e10e0cac8ae4912" /><Relationship Type="http://schemas.openxmlformats.org/officeDocument/2006/relationships/slideLayout" Target="/ppt/slideLayouts/slideLayout4.xml" Id="R28166f916635449e" /><Relationship Type="http://schemas.openxmlformats.org/officeDocument/2006/relationships/slideLayout" Target="/ppt/slideLayouts/slideLayout5.xml" Id="R6f183853374c46e3" /><Relationship Type="http://schemas.openxmlformats.org/officeDocument/2006/relationships/slideLayout" Target="/ppt/slideLayouts/slideLayout6.xml" Id="R9736f41e376f4012" /><Relationship Type="http://schemas.openxmlformats.org/officeDocument/2006/relationships/slideLayout" Target="/ppt/slideLayouts/slideLayout7.xml" Id="Rec8dc512c8d14482" /><Relationship Type="http://schemas.openxmlformats.org/officeDocument/2006/relationships/slideLayout" Target="/ppt/slideLayouts/slideLayout8.xml" Id="Ra57a2a4cbe2d457b" /><Relationship Type="http://schemas.openxmlformats.org/officeDocument/2006/relationships/slideLayout" Target="/ppt/slideLayouts/slideLayout9.xml" Id="R5d37abe137d14784" /><Relationship Type="http://schemas.openxmlformats.org/officeDocument/2006/relationships/slideLayout" Target="/ppt/slideLayouts/slideLayout10.xml" Id="R8e633726d2ca4dd4" /><Relationship Type="http://schemas.openxmlformats.org/officeDocument/2006/relationships/slideLayout" Target="/ppt/slideLayouts/slideLayout11.xml" Id="R936106dbbe1c4799"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D09EBDBF-88CE-47BC-9369-03779FA5DFE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D83330A1-AE30-4E90-8E6F-C8DA9DFC1738}"/>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DC8D8D5A-D1F9-43D1-AD57-CA4FA44826A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92be1d864534210"/>
    <p:sldLayoutId xmlns:r="http://schemas.openxmlformats.org/officeDocument/2006/relationships" id="2147483650" r:id="Rce50a98d6ff54b19"/>
    <p:sldLayoutId xmlns:r="http://schemas.openxmlformats.org/officeDocument/2006/relationships" id="2147483651" r:id="R3e10e0cac8ae4912"/>
    <p:sldLayoutId xmlns:r="http://schemas.openxmlformats.org/officeDocument/2006/relationships" id="2147483652" r:id="R28166f916635449e"/>
    <p:sldLayoutId xmlns:r="http://schemas.openxmlformats.org/officeDocument/2006/relationships" id="2147483653" r:id="R6f183853374c46e3"/>
    <p:sldLayoutId xmlns:r="http://schemas.openxmlformats.org/officeDocument/2006/relationships" id="2147483654" r:id="R9736f41e376f4012"/>
    <p:sldLayoutId xmlns:r="http://schemas.openxmlformats.org/officeDocument/2006/relationships" id="2147483655" r:id="Rec8dc512c8d14482"/>
    <p:sldLayoutId xmlns:r="http://schemas.openxmlformats.org/officeDocument/2006/relationships" id="2147483656" r:id="Ra57a2a4cbe2d457b"/>
    <p:sldLayoutId xmlns:r="http://schemas.openxmlformats.org/officeDocument/2006/relationships" id="2147483657" r:id="R5d37abe137d14784"/>
    <p:sldLayoutId xmlns:r="http://schemas.openxmlformats.org/officeDocument/2006/relationships" id="2147483658" r:id="R8e633726d2ca4dd4"/>
    <p:sldLayoutId xmlns:r="http://schemas.openxmlformats.org/officeDocument/2006/relationships" id="2147483659" r:id="R936106dbbe1c479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0bf75a3c3d45c5" /><Relationship Type="http://schemas.openxmlformats.org/officeDocument/2006/relationships/image" Target="/ppt/media/image.png" Id="Rf3781f4f98f34c6d" /><Relationship Type="http://schemas.openxmlformats.org/officeDocument/2006/relationships/image" Target="/ppt/media/image2.png" Id="Rf9928649fee541ba" /><Relationship Type="http://schemas.openxmlformats.org/officeDocument/2006/relationships/notesSlide" Target="/ppt/notesSlides/notesSlide1.xml" Id="Rb028887b012d49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cfa25035ea442e" /><Relationship Type="http://schemas.openxmlformats.org/officeDocument/2006/relationships/image" Target="/ppt/media/image3.png" Id="R2a9559315b78408e" /><Relationship Type="http://schemas.openxmlformats.org/officeDocument/2006/relationships/notesSlide" Target="/ppt/notesSlides/notesSlide2.xml" Id="R1cefdc47148347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4d258947794c78" /><Relationship Type="http://schemas.openxmlformats.org/officeDocument/2006/relationships/image" Target="/ppt/media/image2.png" Id="Rb943f3b0b98d44bc" /><Relationship Type="http://schemas.openxmlformats.org/officeDocument/2006/relationships/image" Target="/ppt/media/image3.png" Id="R2921bf66a99242a5" /><Relationship Type="http://schemas.openxmlformats.org/officeDocument/2006/relationships/notesSlide" Target="/ppt/notesSlides/notesSlide3.xml" Id="R6edced910e3243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32ad497ab74758" /><Relationship Type="http://schemas.openxmlformats.org/officeDocument/2006/relationships/image" Target="/ppt/media/image2.png" Id="R98cef9d2fe6041df" /><Relationship Type="http://schemas.openxmlformats.org/officeDocument/2006/relationships/image" Target="/ppt/media/image3.png" Id="Rbb422c5fa20e4133" /><Relationship Type="http://schemas.openxmlformats.org/officeDocument/2006/relationships/notesSlide" Target="/ppt/notesSlides/notesSlide4.xml" Id="Rf1efe58a69b940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052aebe7b44d88" /><Relationship Type="http://schemas.openxmlformats.org/officeDocument/2006/relationships/image" Target="/ppt/media/image2.png" Id="Ref5ea921ee164880" /><Relationship Type="http://schemas.openxmlformats.org/officeDocument/2006/relationships/image" Target="/ppt/media/image3.png" Id="R34049e714c7c46aa" /><Relationship Type="http://schemas.openxmlformats.org/officeDocument/2006/relationships/notesSlide" Target="/ppt/notesSlides/notesSlide5.xml" Id="Rbfdffd13d09040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21e77e93ee4d29" /><Relationship Type="http://schemas.openxmlformats.org/officeDocument/2006/relationships/image" Target="/ppt/media/image2.png" Id="Raa1a24bd4ec24600" /><Relationship Type="http://schemas.openxmlformats.org/officeDocument/2006/relationships/image" Target="/ppt/media/image3.png" Id="Rc7dab1a826c94e09" /><Relationship Type="http://schemas.openxmlformats.org/officeDocument/2006/relationships/image" Target="/ppt/media/image4.png" Id="R834525eb9d784dad" /><Relationship Type="http://schemas.openxmlformats.org/officeDocument/2006/relationships/notesSlide" Target="/ppt/notesSlides/notesSlide6.xml" Id="R585b227c38e44e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205f4cfb7d4e5a" /><Relationship Type="http://schemas.openxmlformats.org/officeDocument/2006/relationships/image" Target="/ppt/media/image2.png" Id="R3faae3fbdcfd4f3e" /><Relationship Type="http://schemas.openxmlformats.org/officeDocument/2006/relationships/image" Target="/ppt/media/image3.png" Id="R055dd3fe31c94c93" /><Relationship Type="http://schemas.openxmlformats.org/officeDocument/2006/relationships/notesSlide" Target="/ppt/notesSlides/notesSlide7.xml" Id="R34ae22294dc243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5aa77e1fe04639" /><Relationship Type="http://schemas.openxmlformats.org/officeDocument/2006/relationships/image" Target="/ppt/media/image2.png" Id="R3c0003ef117c4963" /><Relationship Type="http://schemas.openxmlformats.org/officeDocument/2006/relationships/image" Target="/ppt/media/image3.png" Id="R03b18c8140804dda" /><Relationship Type="http://schemas.openxmlformats.org/officeDocument/2006/relationships/notesSlide" Target="/ppt/notesSlides/notesSlide8.xml" Id="Rd9168ef193d140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6c32f427da4ca4" /><Relationship Type="http://schemas.openxmlformats.org/officeDocument/2006/relationships/image" Target="/ppt/media/image2.png" Id="R8ed838a59a694477" /><Relationship Type="http://schemas.openxmlformats.org/officeDocument/2006/relationships/image" Target="/ppt/media/image3.png" Id="R5a73de2e30624f65" /><Relationship Type="http://schemas.openxmlformats.org/officeDocument/2006/relationships/notesSlide" Target="/ppt/notesSlides/notesSlide9.xml" Id="R9097a670a0474d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b20af4c49a47f6" /><Relationship Type="http://schemas.openxmlformats.org/officeDocument/2006/relationships/image" Target="/ppt/media/image2.png" Id="R945cff6798b74f6e" /><Relationship Type="http://schemas.openxmlformats.org/officeDocument/2006/relationships/image" Target="/ppt/media/image3.png" Id="R92a5469d960b4e2c" /><Relationship Type="http://schemas.openxmlformats.org/officeDocument/2006/relationships/notesSlide" Target="/ppt/notesSlides/notesSlide10.xml" Id="R79bf2c4563fe4c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ecf5779d66f44ac" /><Relationship Type="http://schemas.openxmlformats.org/officeDocument/2006/relationships/image" Target="/ppt/media/image2.png" Id="R21f5b6e9840a4b69" /><Relationship Type="http://schemas.openxmlformats.org/officeDocument/2006/relationships/image" Target="/ppt/media/image3.png" Id="R5446abce68e94743" /><Relationship Type="http://schemas.openxmlformats.org/officeDocument/2006/relationships/notesSlide" Target="/ppt/notesSlides/notesSlide11.xml" Id="R7db3c6ee530846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272c18d8184372" /><Relationship Type="http://schemas.openxmlformats.org/officeDocument/2006/relationships/image" Target="/ppt/media/image2.png" Id="R2967983ea08045c4" /><Relationship Type="http://schemas.openxmlformats.org/officeDocument/2006/relationships/image" Target="/ppt/media/image3.png" Id="R7e5216050ff44f12" /><Relationship Type="http://schemas.openxmlformats.org/officeDocument/2006/relationships/notesSlide" Target="/ppt/notesSlides/notesSlide12.xml" Id="R8dbbe4efca7641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605c57d75d44f6" /><Relationship Type="http://schemas.openxmlformats.org/officeDocument/2006/relationships/image" Target="/ppt/media/image2.png" Id="Rc9cfbaaf44984d92" /><Relationship Type="http://schemas.openxmlformats.org/officeDocument/2006/relationships/image" Target="/ppt/media/image3.png" Id="Rd80ffd0e08694031" /><Relationship Type="http://schemas.openxmlformats.org/officeDocument/2006/relationships/notesSlide" Target="/ppt/notesSlides/notesSlide13.xml" Id="R7f442005ba88421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218c0396554aab" /><Relationship Type="http://schemas.openxmlformats.org/officeDocument/2006/relationships/image" Target="/ppt/media/image2.png" Id="Ra6514d8fd7f949c9" /><Relationship Type="http://schemas.openxmlformats.org/officeDocument/2006/relationships/image" Target="/ppt/media/image5.png" Id="R38175ada2aae4a39" /><Relationship Type="http://schemas.openxmlformats.org/officeDocument/2006/relationships/notesSlide" Target="/ppt/notesSlides/notesSlide14.xml" Id="R5752cfee4b574c3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7019C4AF-6BDE-441C-B06A-2296519A1E28}"/>
              </a:ext>
            </a:extLst>
          </p:cNvPr>
          <p:cNvSpPr>
            <a:spLocks xmlns:a="http://schemas.openxmlformats.org/drawingml/2006/main" noGrp="1"/>
          </p:cNvSpPr>
          <p:nvPr/>
        </p:nvSpPr>
        <p:spPr>
          <a:xfrm xmlns:a="http://schemas.openxmlformats.org/drawingml/2006/main">
            <a:off x="146600" y="2902694"/>
            <a:ext cx="8760000" cy="200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100">
                <a:latin typeface="Google Sans Flex SemiBold"/>
                <a:ea typeface="Google Sans Flex SemiBold"/>
                <a:cs typeface="Google Sans Flex SemiBold"/>
              </a:rPr>
              <a:t>Team Details</a:t>
            </a:r>
            <a:endParaRPr sz="2100">
              <a:latin typeface="Google Sans Flex SemiBold"/>
              <a:ea typeface="Google Sans Flex SemiBold"/>
              <a:cs typeface="Google Sans Flex SemiBold"/>
            </a:endParaRPr>
          </a:p>
          <a:p xmlns:a="http://schemas.openxmlformats.org/drawingml/2006/main">
            <a:pPr marL="0" lvl="0" indent="0" algn="l">
              <a:spcBef>
                <a:spcPts val="0"/>
              </a:spcBef>
              <a:spcAft>
                <a:spcPts val="0"/>
              </a:spcAft>
              <a:buNone/>
            </a:pPr>
            <a:r>
              <a:t/>
            </a:r>
            <a:endParaRPr sz="1800">
              <a:latin typeface="Google Sans Flex Medium"/>
              <a:ea typeface="Google Sans Flex Medium"/>
              <a:cs typeface="Google Sans Flex Medium"/>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name: Tri-Fusion</a:t>
            </a:r>
            <a:endParaRPr sz="1800">
              <a:latin typeface="Google Sans Flex"/>
              <a:ea typeface="Google Sans Flex"/>
              <a:cs typeface="Google Sans Flex"/>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leader name: Vudumula Naga sai Rahul</a:t>
            </a:r>
            <a:endParaRPr sz="1800">
              <a:latin typeface="Google Sans Flex"/>
              <a:ea typeface="Google Sans Flex"/>
              <a:cs typeface="Google Sans Flex"/>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Problem Statement: Sustainability &amp; Social Impact</a:t>
            </a:r>
            <a:endParaRPr sz="1800">
              <a:latin typeface="Google Sans Flex"/>
              <a:ea typeface="Google Sans Flex"/>
              <a:cs typeface="Google Sans Flex"/>
            </a:endParaRPr>
          </a:p>
          <a:p xmlns:a="http://schemas.openxmlformats.org/drawingml/2006/main">
            <a:pPr marL="0" lvl="0" indent="0" algn="l">
              <a:spcBef>
                <a:spcPts val="0"/>
              </a:spcBef>
              <a:spcAft>
                <a:spcPts val="0"/>
              </a:spcAft>
              <a:buNone/>
            </a:pPr>
            <a:r>
              <a:t/>
            </a:r>
            <a:endParaRPr sz="1800">
              <a:latin typeface="Google Sans Flex Medium"/>
              <a:ea typeface="Google Sans Flex Medium"/>
              <a:cs typeface="Google Sans Flex Medium"/>
            </a:endParaRPr>
          </a:p>
        </p:txBody>
      </p:sp>
      <p:pic>
        <p:nvPicPr>
          <p:cNvPr id="55" name="Google Shape;55;p13">
            <a:extLst xmlns:a="http://schemas.openxmlformats.org/drawingml/2006/main">
              <a:ext uri="{FF2B5EF4-FFF2-40B4-BE49-F238E27FC236}">
                <a16:creationId xmlns:a16="http://schemas.microsoft.com/office/drawing/2014/main" id="{A24D86BD-8B0C-4FFF-987F-598F8511552E}"/>
              </a:ext>
            </a:extLst>
          </p:cNvPr>
          <p:cNvPicPr>
            <a:picLocks xmlns:a="http://schemas.openxmlformats.org/drawingml/2006/main" noChangeAspect="1"/>
          </p:cNvPicPr>
          <p:nvPr/>
        </p:nvPicPr>
        <p:blipFill>
          <a:blip xmlns:r="http://schemas.openxmlformats.org/officeDocument/2006/relationships" xmlns:a="http://schemas.openxmlformats.org/drawingml/2006/main" r:embed="Rf3781f4f98f34c6d">
            <a:alphaModFix/>
          </a:blip>
          <a:stretch xmlns:a="http://schemas.openxmlformats.org/drawingml/2006/main">
            <a:fillRect l="0" t="0" r="0" b="0"/>
          </a:stretch>
        </p:blipFill>
        <p:spPr>
          <a:xfrm xmlns:a="http://schemas.openxmlformats.org/drawingml/2006/main">
            <a:off x="0" y="-3"/>
            <a:ext cx="9144000" cy="2715526"/>
          </a:xfrm>
          <a:prstGeom xmlns:a="http://schemas.openxmlformats.org/drawingml/2006/main" prst="rect">
            <a:avLst/>
          </a:prstGeom>
          <a:ln xmlns:a="http://schemas.openxmlformats.org/drawingml/2006/main">
            <a:noFill/>
          </a:ln>
        </p:spPr>
      </p:pic>
      <p:pic>
        <p:nvPicPr>
          <p:cNvPr id="56" name="Google Shape;56;p13">
            <a:extLst xmlns:a="http://schemas.openxmlformats.org/drawingml/2006/main">
              <a:ext uri="{FF2B5EF4-FFF2-40B4-BE49-F238E27FC236}">
                <a16:creationId xmlns:a16="http://schemas.microsoft.com/office/drawing/2014/main" id="{45AD26B1-12F5-4D8D-84F3-0B62CC66942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928649fee541ba">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sp>
        <p:nvSpPr>
          <p:cNvPr id="57" name="registered-team-members">
            <a:extLst xmlns:a="http://schemas.openxmlformats.org/drawingml/2006/main">
              <a:ext uri="{FF2B5EF4-FFF2-40B4-BE49-F238E27FC236}">
                <a16:creationId xmlns:a16="http://schemas.microsoft.com/office/drawing/2014/main" id="{154623BB-ECC2-429F-B96A-A6E318C20145}"/>
              </a:ext>
            </a:extLst>
          </p:cNvPr>
          <p:cNvSpPr>
            <a:spLocks xmlns:a="http://schemas.openxmlformats.org/drawingml/2006/main" noGrp="1"/>
          </p:cNvSpPr>
          <p:nvPr/>
        </p:nvSpPr>
        <p:spPr>
          <a:xfrm xmlns:a="http://schemas.openxmlformats.org/drawingml/2006/main">
            <a:off x="1152525" y="4552950"/>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Team members: Mohammed Mudasser; Abubakr Siddique M</a:t>
            </a:r>
          </a:p>
        </p:txBody>
      </p:sp>
    </p:spTree>
    <p:extLst>
      <p:ext uri="{BB962C8B-B14F-4D97-AF65-F5344CB8AC3E}">
        <p14:creationId xmlns:p14="http://schemas.microsoft.com/office/powerpoint/2010/main" val="1845731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9" name="Google Shape;69;p15">
            <a:extLst xmlns:a="http://schemas.openxmlformats.org/drawingml/2006/main">
              <a:ext uri="{FF2B5EF4-FFF2-40B4-BE49-F238E27FC236}">
                <a16:creationId xmlns:a16="http://schemas.microsoft.com/office/drawing/2014/main" id="{E4951A1A-8CC7-45FA-AB65-9D60638BA94C}"/>
              </a:ext>
            </a:extLst>
          </p:cNvPr>
          <p:cNvPicPr>
            <a:picLocks xmlns:a="http://schemas.openxmlformats.org/drawingml/2006/main" noChangeAspect="1"/>
          </p:cNvPicPr>
          <p:nvPr/>
        </p:nvPicPr>
        <p:blipFill>
          <a:blip xmlns:r="http://schemas.openxmlformats.org/officeDocument/2006/relationships" xmlns:a="http://schemas.openxmlformats.org/drawingml/2006/main" r:embed="R2a9559315b78408e">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0" name="Google Shape;70;p15">
            <a:extLst xmlns:a="http://schemas.openxmlformats.org/drawingml/2006/main">
              <a:ext uri="{FF2B5EF4-FFF2-40B4-BE49-F238E27FC236}">
                <a16:creationId xmlns:a16="http://schemas.microsoft.com/office/drawing/2014/main" id="{5B829E02-D89A-45E3-AD83-BFD43A40CF92}"/>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1" name="Google Shape;71;p15">
            <a:extLst xmlns:a="http://schemas.openxmlformats.org/drawingml/2006/main">
              <a:ext uri="{FF2B5EF4-FFF2-40B4-BE49-F238E27FC236}">
                <a16:creationId xmlns:a16="http://schemas.microsoft.com/office/drawing/2014/main" id="{7D4A3C59-D905-4CCC-8A2B-B0372BFBAF06}"/>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Brief about the idea</a:t>
            </a:r>
            <a:endParaRPr sz="1600">
              <a:latin typeface="Google Sans Flex Medium"/>
              <a:ea typeface="Google Sans Flex Medium"/>
              <a:cs typeface="Google Sans Flex Medium"/>
            </a:endParaRPr>
          </a:p>
        </p:txBody>
      </p:sp>
      <p:sp>
        <p:nvSpPr>
          <p:cNvPr id="72" name="product-name">
            <a:extLst xmlns:a="http://schemas.openxmlformats.org/drawingml/2006/main">
              <a:ext uri="{FF2B5EF4-FFF2-40B4-BE49-F238E27FC236}">
                <a16:creationId xmlns:a16="http://schemas.microsoft.com/office/drawing/2014/main" id="{526B2E06-0C19-4D14-96C5-E544F80E791F}"/>
              </a:ext>
            </a:extLst>
          </p:cNvPr>
          <p:cNvSpPr>
            <a:spLocks xmlns:a="http://schemas.openxmlformats.org/drawingml/2006/main" noGrp="1"/>
          </p:cNvSpPr>
          <p:nvPr/>
        </p:nvSpPr>
        <p:spPr>
          <a:xfrm xmlns:a="http://schemas.openxmlformats.org/drawingml/2006/main">
            <a:off x="495300" y="1352550"/>
            <a:ext cx="609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11111"/>
                </a:solidFill>
                <a:latin typeface="Google Sans Flex"/>
                <a:ea typeface="Google Sans Flex"/>
                <a:cs typeface="Google Sans Flex"/>
              </a:defRPr>
            </a:defPPr>
            <a:lvl1pPr>
              <a:defRPr sz="3000" b="1">
                <a:solidFill>
                  <a:srgbClr val="111111"/>
                </a:solidFill>
                <a:latin typeface="Google Sans Flex"/>
                <a:ea typeface="Google Sans Flex"/>
                <a:cs typeface="Google Sans Flex"/>
              </a:defRPr>
            </a:lvl1pPr>
            <a:lvl2pPr>
              <a:defRPr sz="3000" b="1">
                <a:solidFill>
                  <a:srgbClr val="111111"/>
                </a:solidFill>
                <a:latin typeface="Google Sans Flex"/>
                <a:ea typeface="Google Sans Flex"/>
                <a:cs typeface="Google Sans Flex"/>
              </a:defRPr>
            </a:lvl2pPr>
            <a:lvl3pPr>
              <a:defRPr sz="3000" b="1">
                <a:solidFill>
                  <a:srgbClr val="111111"/>
                </a:solidFill>
                <a:latin typeface="Google Sans Flex"/>
                <a:ea typeface="Google Sans Flex"/>
                <a:cs typeface="Google Sans Flex"/>
              </a:defRPr>
            </a:lvl3pPr>
            <a:lvl4pPr>
              <a:defRPr sz="3000" b="1">
                <a:solidFill>
                  <a:srgbClr val="111111"/>
                </a:solidFill>
                <a:latin typeface="Google Sans Flex"/>
                <a:ea typeface="Google Sans Flex"/>
                <a:cs typeface="Google Sans Flex"/>
              </a:defRPr>
            </a:lvl4pPr>
            <a:lvl5pPr>
              <a:defRPr sz="3000" b="1">
                <a:solidFill>
                  <a:srgbClr val="111111"/>
                </a:solidFill>
                <a:latin typeface="Google Sans Flex"/>
                <a:ea typeface="Google Sans Flex"/>
                <a:cs typeface="Google Sans Flex"/>
              </a:defRPr>
            </a:lvl5pPr>
            <a:lvl6pPr>
              <a:defRPr sz="3000" b="1">
                <a:solidFill>
                  <a:srgbClr val="111111"/>
                </a:solidFill>
                <a:latin typeface="Google Sans Flex"/>
                <a:ea typeface="Google Sans Flex"/>
                <a:cs typeface="Google Sans Flex"/>
              </a:defRPr>
            </a:lvl6pPr>
            <a:lvl7pPr>
              <a:defRPr sz="3000" b="1">
                <a:solidFill>
                  <a:srgbClr val="111111"/>
                </a:solidFill>
                <a:latin typeface="Google Sans Flex"/>
                <a:ea typeface="Google Sans Flex"/>
                <a:cs typeface="Google Sans Flex"/>
              </a:defRPr>
            </a:lvl7pPr>
            <a:lvl8pPr>
              <a:defRPr sz="3000" b="1">
                <a:solidFill>
                  <a:srgbClr val="111111"/>
                </a:solidFill>
                <a:latin typeface="Google Sans Flex"/>
                <a:ea typeface="Google Sans Flex"/>
                <a:cs typeface="Google Sans Flex"/>
              </a:defRPr>
            </a:lvl8pPr>
            <a:lvl9pPr>
              <a:defRPr sz="3000" b="1">
                <a:solidFill>
                  <a:srgbClr val="111111"/>
                </a:solidFill>
                <a:latin typeface="Google Sans Flex"/>
                <a:ea typeface="Google Sans Flex"/>
                <a:cs typeface="Google Sans Flex"/>
              </a:defRPr>
            </a:lvl9pPr>
          </a:lstStyle>
          <a:p xmlns:a="http://schemas.openxmlformats.org/drawingml/2006/main">
            <a:pPr>
              <a:defRPr sz="3000" b="1">
                <a:solidFill>
                  <a:srgbClr val="111111"/>
                </a:solidFill>
                <a:latin typeface="Google Sans Flex"/>
                <a:ea typeface="Google Sans Flex"/>
                <a:cs typeface="Google Sans Flex"/>
              </a:defRPr>
            </a:pPr>
            <a:r>
              <a:rPr sz="3000" b="1">
                <a:solidFill>
                  <a:srgbClr val="111111"/>
                </a:solidFill>
                <a:latin typeface="Google Sans Flex"/>
                <a:ea typeface="Google Sans Flex"/>
                <a:cs typeface="Google Sans Flex"/>
              </a:rPr>
              <a:t>Namma Civic</a:t>
            </a:r>
          </a:p>
        </p:txBody>
      </p:sp>
      <p:sp>
        <p:nvSpPr>
          <p:cNvPr id="73" name="idea">
            <a:extLst xmlns:a="http://schemas.openxmlformats.org/drawingml/2006/main">
              <a:ext uri="{FF2B5EF4-FFF2-40B4-BE49-F238E27FC236}">
                <a16:creationId xmlns:a16="http://schemas.microsoft.com/office/drawing/2014/main" id="{22EE7184-820B-4C09-A7FE-0CD4F272B79B}"/>
              </a:ext>
            </a:extLst>
          </p:cNvPr>
          <p:cNvSpPr>
            <a:spLocks xmlns:a="http://schemas.openxmlformats.org/drawingml/2006/main" noGrp="1"/>
          </p:cNvSpPr>
          <p:nvPr/>
        </p:nvSpPr>
        <p:spPr>
          <a:xfrm xmlns:a="http://schemas.openxmlformats.org/drawingml/2006/main">
            <a:off x="495300" y="2009775"/>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a:solidFill>
                  <a:srgbClr val="111111"/>
                </a:solidFill>
                <a:latin typeface="Google Sans Flex"/>
                <a:ea typeface="Google Sans Flex"/>
                <a:cs typeface="Google Sans Flex"/>
              </a:defRPr>
            </a:defPPr>
            <a:lvl1pPr>
              <a:defRPr sz="2325">
                <a:solidFill>
                  <a:srgbClr val="111111"/>
                </a:solidFill>
                <a:latin typeface="Google Sans Flex"/>
                <a:ea typeface="Google Sans Flex"/>
                <a:cs typeface="Google Sans Flex"/>
              </a:defRPr>
            </a:lvl1pPr>
            <a:lvl2pPr>
              <a:defRPr sz="2325">
                <a:solidFill>
                  <a:srgbClr val="111111"/>
                </a:solidFill>
                <a:latin typeface="Google Sans Flex"/>
                <a:ea typeface="Google Sans Flex"/>
                <a:cs typeface="Google Sans Flex"/>
              </a:defRPr>
            </a:lvl2pPr>
            <a:lvl3pPr>
              <a:defRPr sz="2325">
                <a:solidFill>
                  <a:srgbClr val="111111"/>
                </a:solidFill>
                <a:latin typeface="Google Sans Flex"/>
                <a:ea typeface="Google Sans Flex"/>
                <a:cs typeface="Google Sans Flex"/>
              </a:defRPr>
            </a:lvl3pPr>
            <a:lvl4pPr>
              <a:defRPr sz="2325">
                <a:solidFill>
                  <a:srgbClr val="111111"/>
                </a:solidFill>
                <a:latin typeface="Google Sans Flex"/>
                <a:ea typeface="Google Sans Flex"/>
                <a:cs typeface="Google Sans Flex"/>
              </a:defRPr>
            </a:lvl4pPr>
            <a:lvl5pPr>
              <a:defRPr sz="2325">
                <a:solidFill>
                  <a:srgbClr val="111111"/>
                </a:solidFill>
                <a:latin typeface="Google Sans Flex"/>
                <a:ea typeface="Google Sans Flex"/>
                <a:cs typeface="Google Sans Flex"/>
              </a:defRPr>
            </a:lvl5pPr>
            <a:lvl6pPr>
              <a:defRPr sz="2325">
                <a:solidFill>
                  <a:srgbClr val="111111"/>
                </a:solidFill>
                <a:latin typeface="Google Sans Flex"/>
                <a:ea typeface="Google Sans Flex"/>
                <a:cs typeface="Google Sans Flex"/>
              </a:defRPr>
            </a:lvl6pPr>
            <a:lvl7pPr>
              <a:defRPr sz="2325">
                <a:solidFill>
                  <a:srgbClr val="111111"/>
                </a:solidFill>
                <a:latin typeface="Google Sans Flex"/>
                <a:ea typeface="Google Sans Flex"/>
                <a:cs typeface="Google Sans Flex"/>
              </a:defRPr>
            </a:lvl7pPr>
            <a:lvl8pPr>
              <a:defRPr sz="2325">
                <a:solidFill>
                  <a:srgbClr val="111111"/>
                </a:solidFill>
                <a:latin typeface="Google Sans Flex"/>
                <a:ea typeface="Google Sans Flex"/>
                <a:cs typeface="Google Sans Flex"/>
              </a:defRPr>
            </a:lvl8pPr>
            <a:lvl9pPr>
              <a:defRPr sz="2325">
                <a:solidFill>
                  <a:srgbClr val="111111"/>
                </a:solidFill>
                <a:latin typeface="Google Sans Flex"/>
                <a:ea typeface="Google Sans Flex"/>
                <a:cs typeface="Google Sans Flex"/>
              </a:defRPr>
            </a:lvl9pPr>
          </a:lstStyle>
          <a:p xmlns:a="http://schemas.openxmlformats.org/drawingml/2006/main">
            <a:pPr>
              <a:defRPr sz="2325">
                <a:solidFill>
                  <a:srgbClr val="111111"/>
                </a:solidFill>
                <a:latin typeface="Google Sans Flex"/>
                <a:ea typeface="Google Sans Flex"/>
                <a:cs typeface="Google Sans Flex"/>
              </a:defRPr>
            </a:pPr>
            <a:r>
              <a:rPr sz="2325">
                <a:solidFill>
                  <a:srgbClr val="111111"/>
                </a:solidFill>
                <a:latin typeface="Google Sans Flex"/>
                <a:ea typeface="Google Sans Flex"/>
                <a:cs typeface="Google Sans Flex"/>
              </a:rPr>
              <a:t>Citizens verify the fix</a:t>
            </a:r>
          </a:p>
        </p:txBody>
      </p:sp>
      <p:sp>
        <p:nvSpPr>
          <p:cNvPr id="74" name="problem">
            <a:extLst xmlns:a="http://schemas.openxmlformats.org/drawingml/2006/main">
              <a:ext uri="{FF2B5EF4-FFF2-40B4-BE49-F238E27FC236}">
                <a16:creationId xmlns:a16="http://schemas.microsoft.com/office/drawing/2014/main" id="{1F0BB0AE-E340-4258-9D0F-0F70807CC2F6}"/>
              </a:ext>
            </a:extLst>
          </p:cNvPr>
          <p:cNvSpPr>
            <a:spLocks xmlns:a="http://schemas.openxmlformats.org/drawingml/2006/main" noGrp="1"/>
          </p:cNvSpPr>
          <p:nvPr/>
        </p:nvSpPr>
        <p:spPr>
          <a:xfrm xmlns:a="http://schemas.openxmlformats.org/drawingml/2006/main">
            <a:off x="495300" y="2638425"/>
            <a:ext cx="81534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a:solidFill>
                  <a:srgbClr val="111111"/>
                </a:solidFill>
                <a:latin typeface="Google Sans Flex"/>
                <a:ea typeface="Google Sans Flex"/>
                <a:cs typeface="Google Sans Flex"/>
              </a:defRPr>
            </a:defPPr>
            <a:lvl1pPr>
              <a:defRPr sz="1650">
                <a:solidFill>
                  <a:srgbClr val="111111"/>
                </a:solidFill>
                <a:latin typeface="Google Sans Flex"/>
                <a:ea typeface="Google Sans Flex"/>
                <a:cs typeface="Google Sans Flex"/>
              </a:defRPr>
            </a:lvl1pPr>
            <a:lvl2pPr>
              <a:defRPr sz="1650">
                <a:solidFill>
                  <a:srgbClr val="111111"/>
                </a:solidFill>
                <a:latin typeface="Google Sans Flex"/>
                <a:ea typeface="Google Sans Flex"/>
                <a:cs typeface="Google Sans Flex"/>
              </a:defRPr>
            </a:lvl2pPr>
            <a:lvl3pPr>
              <a:defRPr sz="1650">
                <a:solidFill>
                  <a:srgbClr val="111111"/>
                </a:solidFill>
                <a:latin typeface="Google Sans Flex"/>
                <a:ea typeface="Google Sans Flex"/>
                <a:cs typeface="Google Sans Flex"/>
              </a:defRPr>
            </a:lvl3pPr>
            <a:lvl4pPr>
              <a:defRPr sz="1650">
                <a:solidFill>
                  <a:srgbClr val="111111"/>
                </a:solidFill>
                <a:latin typeface="Google Sans Flex"/>
                <a:ea typeface="Google Sans Flex"/>
                <a:cs typeface="Google Sans Flex"/>
              </a:defRPr>
            </a:lvl4pPr>
            <a:lvl5pPr>
              <a:defRPr sz="1650">
                <a:solidFill>
                  <a:srgbClr val="111111"/>
                </a:solidFill>
                <a:latin typeface="Google Sans Flex"/>
                <a:ea typeface="Google Sans Flex"/>
                <a:cs typeface="Google Sans Flex"/>
              </a:defRPr>
            </a:lvl5pPr>
            <a:lvl6pPr>
              <a:defRPr sz="1650">
                <a:solidFill>
                  <a:srgbClr val="111111"/>
                </a:solidFill>
                <a:latin typeface="Google Sans Flex"/>
                <a:ea typeface="Google Sans Flex"/>
                <a:cs typeface="Google Sans Flex"/>
              </a:defRPr>
            </a:lvl6pPr>
            <a:lvl7pPr>
              <a:defRPr sz="1650">
                <a:solidFill>
                  <a:srgbClr val="111111"/>
                </a:solidFill>
                <a:latin typeface="Google Sans Flex"/>
                <a:ea typeface="Google Sans Flex"/>
                <a:cs typeface="Google Sans Flex"/>
              </a:defRPr>
            </a:lvl7pPr>
            <a:lvl8pPr>
              <a:defRPr sz="1650">
                <a:solidFill>
                  <a:srgbClr val="111111"/>
                </a:solidFill>
                <a:latin typeface="Google Sans Flex"/>
                <a:ea typeface="Google Sans Flex"/>
                <a:cs typeface="Google Sans Flex"/>
              </a:defRPr>
            </a:lvl8pPr>
            <a:lvl9pPr>
              <a:defRPr sz="1650">
                <a:solidFill>
                  <a:srgbClr val="111111"/>
                </a:solidFill>
                <a:latin typeface="Google Sans Flex"/>
                <a:ea typeface="Google Sans Flex"/>
                <a:cs typeface="Google Sans Flex"/>
              </a:defRPr>
            </a:lvl9pPr>
          </a:lstStyle>
          <a:p xmlns:a="http://schemas.openxmlformats.org/drawingml/2006/main">
            <a:pPr>
              <a:defRPr sz="1650">
                <a:solidFill>
                  <a:srgbClr val="111111"/>
                </a:solidFill>
                <a:latin typeface="Google Sans Flex"/>
                <a:ea typeface="Google Sans Flex"/>
                <a:cs typeface="Google Sans Flex"/>
              </a:defRPr>
            </a:pPr>
            <a:r>
              <a:rPr sz="1650">
                <a:solidFill>
                  <a:srgbClr val="111111"/>
                </a:solidFill>
                <a:latin typeface="Google Sans Flex"/>
                <a:ea typeface="Google Sans Flex"/>
                <a:cs typeface="Google Sans Flex"/>
              </a:rPr>
              <a:t>Residents struggle to turn everyday civic problems into clear, actionable reports and to track whether a fix actually happened. Namma Civic connects accessible local reporting, community discussion, evidence-backed responses and citizen verification in one public record.</a:t>
            </a:r>
          </a:p>
        </p:txBody>
      </p:sp>
      <p:sp>
        <p:nvSpPr>
          <p:cNvPr id="75" name="separator">
            <a:extLst xmlns:a="http://schemas.openxmlformats.org/drawingml/2006/main">
              <a:ext uri="{FF2B5EF4-FFF2-40B4-BE49-F238E27FC236}">
                <a16:creationId xmlns:a16="http://schemas.microsoft.com/office/drawing/2014/main" id="{E42E29C6-B6AD-4895-9376-B18CFFBEDDEB}"/>
              </a:ext>
            </a:extLst>
          </p:cNvPr>
          <p:cNvSpPr>
            <a:spLocks xmlns:a="http://schemas.openxmlformats.org/drawingml/2006/main" noGrp="1"/>
          </p:cNvSpPr>
          <p:nvPr/>
        </p:nvSpPr>
        <p:spPr>
          <a:xfrm xmlns:a="http://schemas.openxmlformats.org/drawingml/2006/main">
            <a:off x="495300" y="394335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76" name="three-facts">
            <a:extLst xmlns:a="http://schemas.openxmlformats.org/drawingml/2006/main">
              <a:ext uri="{FF2B5EF4-FFF2-40B4-BE49-F238E27FC236}">
                <a16:creationId xmlns:a16="http://schemas.microsoft.com/office/drawing/2014/main" id="{CEBCD738-507C-4B81-AE02-0D7340C1AD84}"/>
              </a:ext>
            </a:extLst>
          </p:cNvPr>
          <p:cNvSpPr>
            <a:spLocks xmlns:a="http://schemas.openxmlformats.org/drawingml/2006/main" noGrp="1"/>
          </p:cNvSpPr>
          <p:nvPr/>
        </p:nvSpPr>
        <p:spPr>
          <a:xfrm xmlns:a="http://schemas.openxmlformats.org/drawingml/2006/main">
            <a:off x="495300" y="4171950"/>
            <a:ext cx="815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Photo + voice reporting     Real ward assignment     Public outcome ledger</a:t>
            </a:r>
          </a:p>
        </p:txBody>
      </p:sp>
      <p:sp>
        <p:nvSpPr>
          <p:cNvPr id="77" name="scope">
            <a:extLst xmlns:a="http://schemas.openxmlformats.org/drawingml/2006/main">
              <a:ext uri="{FF2B5EF4-FFF2-40B4-BE49-F238E27FC236}">
                <a16:creationId xmlns:a16="http://schemas.microsoft.com/office/drawing/2014/main" id="{B10E9B7A-30B0-418B-94AE-C050551FEC1A}"/>
              </a:ext>
            </a:extLst>
          </p:cNvPr>
          <p:cNvSpPr>
            <a:spLocks xmlns:a="http://schemas.openxmlformats.org/drawingml/2006/main" noGrp="1"/>
          </p:cNvSpPr>
          <p:nvPr/>
        </p:nvSpPr>
        <p:spPr>
          <a:xfrm xmlns:a="http://schemas.openxmlformats.org/drawingml/2006/main">
            <a:off x="495300" y="4610100"/>
            <a:ext cx="815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a:solidFill>
                  <a:srgbClr val="555555"/>
                </a:solidFill>
                <a:latin typeface="Google Sans Flex"/>
                <a:ea typeface="Google Sans Flex"/>
                <a:cs typeface="Google Sans Flex"/>
              </a:defRPr>
            </a:defPPr>
            <a:lvl1pPr>
              <a:defRPr sz="1125">
                <a:solidFill>
                  <a:srgbClr val="555555"/>
                </a:solidFill>
                <a:latin typeface="Google Sans Flex"/>
                <a:ea typeface="Google Sans Flex"/>
                <a:cs typeface="Google Sans Flex"/>
              </a:defRPr>
            </a:lvl1pPr>
            <a:lvl2pPr>
              <a:defRPr sz="1125">
                <a:solidFill>
                  <a:srgbClr val="555555"/>
                </a:solidFill>
                <a:latin typeface="Google Sans Flex"/>
                <a:ea typeface="Google Sans Flex"/>
                <a:cs typeface="Google Sans Flex"/>
              </a:defRPr>
            </a:lvl2pPr>
            <a:lvl3pPr>
              <a:defRPr sz="1125">
                <a:solidFill>
                  <a:srgbClr val="555555"/>
                </a:solidFill>
                <a:latin typeface="Google Sans Flex"/>
                <a:ea typeface="Google Sans Flex"/>
                <a:cs typeface="Google Sans Flex"/>
              </a:defRPr>
            </a:lvl3pPr>
            <a:lvl4pPr>
              <a:defRPr sz="1125">
                <a:solidFill>
                  <a:srgbClr val="555555"/>
                </a:solidFill>
                <a:latin typeface="Google Sans Flex"/>
                <a:ea typeface="Google Sans Flex"/>
                <a:cs typeface="Google Sans Flex"/>
              </a:defRPr>
            </a:lvl4pPr>
            <a:lvl5pPr>
              <a:defRPr sz="1125">
                <a:solidFill>
                  <a:srgbClr val="555555"/>
                </a:solidFill>
                <a:latin typeface="Google Sans Flex"/>
                <a:ea typeface="Google Sans Flex"/>
                <a:cs typeface="Google Sans Flex"/>
              </a:defRPr>
            </a:lvl5pPr>
            <a:lvl6pPr>
              <a:defRPr sz="1125">
                <a:solidFill>
                  <a:srgbClr val="555555"/>
                </a:solidFill>
                <a:latin typeface="Google Sans Flex"/>
                <a:ea typeface="Google Sans Flex"/>
                <a:cs typeface="Google Sans Flex"/>
              </a:defRPr>
            </a:lvl6pPr>
            <a:lvl7pPr>
              <a:defRPr sz="1125">
                <a:solidFill>
                  <a:srgbClr val="555555"/>
                </a:solidFill>
                <a:latin typeface="Google Sans Flex"/>
                <a:ea typeface="Google Sans Flex"/>
                <a:cs typeface="Google Sans Flex"/>
              </a:defRPr>
            </a:lvl7pPr>
            <a:lvl8pPr>
              <a:defRPr sz="1125">
                <a:solidFill>
                  <a:srgbClr val="555555"/>
                </a:solidFill>
                <a:latin typeface="Google Sans Flex"/>
                <a:ea typeface="Google Sans Flex"/>
                <a:cs typeface="Google Sans Flex"/>
              </a:defRPr>
            </a:lvl8pPr>
            <a:lvl9pPr>
              <a:defRPr sz="1125">
                <a:solidFill>
                  <a:srgbClr val="555555"/>
                </a:solidFill>
                <a:latin typeface="Google Sans Flex"/>
                <a:ea typeface="Google Sans Flex"/>
                <a:cs typeface="Google Sans Flex"/>
              </a:defRPr>
            </a:lvl9pPr>
          </a:lstStyle>
          <a:p xmlns:a="http://schemas.openxmlformats.org/drawingml/2006/main">
            <a:pPr>
              <a:defRPr sz="1125">
                <a:solidFill>
                  <a:srgbClr val="555555"/>
                </a:solidFill>
                <a:latin typeface="Google Sans Flex"/>
                <a:ea typeface="Google Sans Flex"/>
                <a:cs typeface="Google Sans Flex"/>
              </a:defRPr>
            </a:pPr>
            <a:r>
              <a:rPr sz="1125">
                <a:solidFill>
                  <a:srgbClr val="555555"/>
                </a:solidFill>
                <a:latin typeface="Google Sans Flex"/>
                <a:ea typeface="Google Sans Flex"/>
                <a:cs typeface="Google Sans Flex"/>
              </a:rPr>
              <a:t>Bengaluru prototype. Independent demonstration. No government endorsement.</a:t>
            </a:r>
          </a:p>
        </p:txBody>
      </p:sp>
    </p:spTree>
    <p:extLst>
      <p:ext uri="{BB962C8B-B14F-4D97-AF65-F5344CB8AC3E}">
        <p14:creationId xmlns:p14="http://schemas.microsoft.com/office/powerpoint/2010/main" val="20318060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6">
            <a:extLst xmlns:a="http://schemas.openxmlformats.org/drawingml/2006/main">
              <a:ext uri="{FF2B5EF4-FFF2-40B4-BE49-F238E27FC236}">
                <a16:creationId xmlns:a16="http://schemas.microsoft.com/office/drawing/2014/main" id="{C2B16FE8-5F79-4B98-A79E-03507C754E5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943f3b0b98d44bc">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77" name="Google Shape;77;p16">
            <a:extLst xmlns:a="http://schemas.openxmlformats.org/drawingml/2006/main">
              <a:ext uri="{FF2B5EF4-FFF2-40B4-BE49-F238E27FC236}">
                <a16:creationId xmlns:a16="http://schemas.microsoft.com/office/drawing/2014/main" id="{B870BE15-2531-46B4-9628-C70D93598167}"/>
              </a:ext>
            </a:extLst>
          </p:cNvPr>
          <p:cNvPicPr>
            <a:picLocks xmlns:a="http://schemas.openxmlformats.org/drawingml/2006/main" noChangeAspect="1"/>
          </p:cNvPicPr>
          <p:nvPr/>
        </p:nvPicPr>
        <p:blipFill>
          <a:blip xmlns:r="http://schemas.openxmlformats.org/officeDocument/2006/relationships" xmlns:a="http://schemas.openxmlformats.org/drawingml/2006/main" r:embed="R2921bf66a99242a5">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8" name="Google Shape;78;p16">
            <a:extLst xmlns:a="http://schemas.openxmlformats.org/drawingml/2006/main">
              <a:ext uri="{FF2B5EF4-FFF2-40B4-BE49-F238E27FC236}">
                <a16:creationId xmlns:a16="http://schemas.microsoft.com/office/drawing/2014/main" id="{6102B619-B408-4BEF-9763-5B935DF89E97}"/>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9" name="Google Shape;79;p16">
            <a:extLst xmlns:a="http://schemas.openxmlformats.org/drawingml/2006/main">
              <a:ext uri="{FF2B5EF4-FFF2-40B4-BE49-F238E27FC236}">
                <a16:creationId xmlns:a16="http://schemas.microsoft.com/office/drawing/2014/main" id="{AA6555F0-35D9-4259-A73D-AC5CAAF09870}"/>
              </a:ext>
            </a:extLst>
          </p:cNvPr>
          <p:cNvSpPr>
            <a:spLocks xmlns:a="http://schemas.openxmlformats.org/drawingml/2006/main" noGrp="1"/>
          </p:cNvSpPr>
          <p:nvPr/>
        </p:nvSpPr>
        <p:spPr>
          <a:xfrm xmlns:a="http://schemas.openxmlformats.org/drawingml/2006/main">
            <a:off x="265367" y="663797"/>
            <a:ext cx="8572500"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95250" rIns="95250" bIns="95250" anchor="t">
            <a:noAutofit/>
          </a:bodyPr>
          <a:lstStyle xmlns:a="http://schemas.openxmlformats.org/drawingml/2006/main">
            <a:defPPr>
              <a:defRPr sz="1600">
                <a:solidFill>
                  <a:srgbClr val="111111"/>
                </a:solidFill>
                <a:latin typeface="Google Sans Flex Medium"/>
                <a:ea typeface="Google Sans Flex Medium"/>
                <a:cs typeface="Google Sans Flex Medium"/>
              </a:defRPr>
            </a:defPPr>
            <a:lvl1pPr>
              <a:defRPr sz="1600">
                <a:solidFill>
                  <a:srgbClr val="111111"/>
                </a:solidFill>
                <a:latin typeface="Google Sans Flex Medium"/>
                <a:ea typeface="Google Sans Flex Medium"/>
                <a:cs typeface="Google Sans Flex Medium"/>
              </a:defRPr>
            </a:lvl1pPr>
            <a:lvl2pPr>
              <a:defRPr sz="1600">
                <a:solidFill>
                  <a:srgbClr val="111111"/>
                </a:solidFill>
                <a:latin typeface="Google Sans Flex Medium"/>
                <a:ea typeface="Google Sans Flex Medium"/>
                <a:cs typeface="Google Sans Flex Medium"/>
              </a:defRPr>
            </a:lvl2pPr>
            <a:lvl3pPr>
              <a:defRPr sz="1600">
                <a:solidFill>
                  <a:srgbClr val="111111"/>
                </a:solidFill>
                <a:latin typeface="Google Sans Flex Medium"/>
                <a:ea typeface="Google Sans Flex Medium"/>
                <a:cs typeface="Google Sans Flex Medium"/>
              </a:defRPr>
            </a:lvl3pPr>
            <a:lvl4pPr>
              <a:defRPr sz="1600">
                <a:solidFill>
                  <a:srgbClr val="111111"/>
                </a:solidFill>
                <a:latin typeface="Google Sans Flex Medium"/>
                <a:ea typeface="Google Sans Flex Medium"/>
                <a:cs typeface="Google Sans Flex Medium"/>
              </a:defRPr>
            </a:lvl4pPr>
            <a:lvl5pPr>
              <a:defRPr sz="1600">
                <a:solidFill>
                  <a:srgbClr val="111111"/>
                </a:solidFill>
                <a:latin typeface="Google Sans Flex Medium"/>
                <a:ea typeface="Google Sans Flex Medium"/>
                <a:cs typeface="Google Sans Flex Medium"/>
              </a:defRPr>
            </a:lvl5pPr>
            <a:lvl6pPr>
              <a:defRPr sz="1600">
                <a:solidFill>
                  <a:srgbClr val="111111"/>
                </a:solidFill>
                <a:latin typeface="Google Sans Flex Medium"/>
                <a:ea typeface="Google Sans Flex Medium"/>
                <a:cs typeface="Google Sans Flex Medium"/>
              </a:defRPr>
            </a:lvl6pPr>
            <a:lvl7pPr>
              <a:defRPr sz="1600">
                <a:solidFill>
                  <a:srgbClr val="111111"/>
                </a:solidFill>
                <a:latin typeface="Google Sans Flex Medium"/>
                <a:ea typeface="Google Sans Flex Medium"/>
                <a:cs typeface="Google Sans Flex Medium"/>
              </a:defRPr>
            </a:lvl7pPr>
            <a:lvl8pPr>
              <a:defRPr sz="1600">
                <a:solidFill>
                  <a:srgbClr val="111111"/>
                </a:solidFill>
                <a:latin typeface="Google Sans Flex Medium"/>
                <a:ea typeface="Google Sans Flex Medium"/>
                <a:cs typeface="Google Sans Flex Medium"/>
              </a:defRPr>
            </a:lvl8pPr>
            <a:lvl9pPr>
              <a:defRPr sz="1600">
                <a:solidFill>
                  <a:srgbClr val="111111"/>
                </a:solidFill>
                <a:latin typeface="Google Sans Flex Medium"/>
                <a:ea typeface="Google Sans Flex Medium"/>
                <a:cs typeface="Google Sans Flex Medium"/>
              </a:defRPr>
            </a:lvl9pPr>
          </a:lstStyle>
          <a:p xmlns:a="http://schemas.openxmlformats.org/drawingml/2006/main">
            <a:pPr marL="0" lvl="0" indent="0" algn="l">
              <a:spcBef>
                <a:spcPts val="0"/>
              </a:spcBef>
              <a:spcAft>
                <a:spcPts val="0"/>
              </a:spcAft>
              <a:buNone/>
              <a:defRPr sz="1600">
                <a:solidFill>
                  <a:srgbClr val="111111"/>
                </a:solidFill>
                <a:latin typeface="Google Sans Flex Medium"/>
                <a:ea typeface="Google Sans Flex Medium"/>
                <a:cs typeface="Google Sans Flex Medium"/>
              </a:defRPr>
            </a:pPr>
            <a:r>
              <a:rPr sz="1600">
                <a:solidFill>
                  <a:srgbClr val="111111"/>
                </a:solidFill>
                <a:latin typeface="Google Sans Flex Medium"/>
                <a:ea typeface="Google Sans Flex Medium"/>
                <a:cs typeface="Google Sans Flex Medium"/>
              </a:rPr>
              <a:t>Opportunities</a:t>
            </a:r>
            <a:endParaRPr sz="1600">
              <a:latin typeface="Google Sans Flex SemiBold"/>
              <a:ea typeface="Google Sans Flex SemiBold"/>
              <a:cs typeface="Google Sans Flex SemiBold"/>
            </a:endParaRPr>
          </a:p>
        </p:txBody>
      </p:sp>
      <p:sp>
        <p:nvSpPr>
          <p:cNvPr id="80" name="op-label-0">
            <a:extLst xmlns:a="http://schemas.openxmlformats.org/drawingml/2006/main">
              <a:ext uri="{FF2B5EF4-FFF2-40B4-BE49-F238E27FC236}">
                <a16:creationId xmlns:a16="http://schemas.microsoft.com/office/drawing/2014/main" id="{03B92380-2973-4EA4-BDEE-0B92FD46523C}"/>
              </a:ext>
            </a:extLst>
          </p:cNvPr>
          <p:cNvSpPr>
            <a:spLocks xmlns:a="http://schemas.openxmlformats.org/drawingml/2006/main" noGrp="1"/>
          </p:cNvSpPr>
          <p:nvPr/>
        </p:nvSpPr>
        <p:spPr>
          <a:xfrm xmlns:a="http://schemas.openxmlformats.org/drawingml/2006/main">
            <a:off x="49530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Different by design</a:t>
            </a:r>
          </a:p>
        </p:txBody>
      </p:sp>
      <p:sp>
        <p:nvSpPr>
          <p:cNvPr id="81" name="op-heading-0">
            <a:extLst xmlns:a="http://schemas.openxmlformats.org/drawingml/2006/main">
              <a:ext uri="{FF2B5EF4-FFF2-40B4-BE49-F238E27FC236}">
                <a16:creationId xmlns:a16="http://schemas.microsoft.com/office/drawing/2014/main" id="{D059AF20-7B2E-4D60-BC34-289FB9FDB700}"/>
              </a:ext>
            </a:extLst>
          </p:cNvPr>
          <p:cNvSpPr>
            <a:spLocks xmlns:a="http://schemas.openxmlformats.org/drawingml/2006/main" noGrp="1"/>
          </p:cNvSpPr>
          <p:nvPr/>
        </p:nvSpPr>
        <p:spPr>
          <a:xfrm xmlns:a="http://schemas.openxmlformats.org/drawingml/2006/main">
            <a:off x="49530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Independent evidence review</a:t>
            </a:r>
          </a:p>
        </p:txBody>
      </p:sp>
      <p:sp>
        <p:nvSpPr>
          <p:cNvPr id="82" name="op-body-0">
            <a:extLst xmlns:a="http://schemas.openxmlformats.org/drawingml/2006/main">
              <a:ext uri="{FF2B5EF4-FFF2-40B4-BE49-F238E27FC236}">
                <a16:creationId xmlns:a16="http://schemas.microsoft.com/office/drawing/2014/main" id="{56C44984-77E1-4DBA-A743-3E0E2C3368B9}"/>
              </a:ext>
            </a:extLst>
          </p:cNvPr>
          <p:cNvSpPr>
            <a:spLocks xmlns:a="http://schemas.openxmlformats.org/drawingml/2006/main" noGrp="1"/>
          </p:cNvSpPr>
          <p:nvPr/>
        </p:nvSpPr>
        <p:spPr>
          <a:xfrm xmlns:a="http://schemas.openxmlformats.org/drawingml/2006/main">
            <a:off x="49530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Officials claim completion. Eligible citizens confirm or dispute it. The ledger preserves the gap.</a:t>
            </a:r>
          </a:p>
        </p:txBody>
      </p:sp>
      <p:sp>
        <p:nvSpPr>
          <p:cNvPr id="83" name="op-label-1">
            <a:extLst xmlns:a="http://schemas.openxmlformats.org/drawingml/2006/main">
              <a:ext uri="{FF2B5EF4-FFF2-40B4-BE49-F238E27FC236}">
                <a16:creationId xmlns:a16="http://schemas.microsoft.com/office/drawing/2014/main" id="{C789D43A-7E73-4B86-AACE-ED6C310B0D43}"/>
              </a:ext>
            </a:extLst>
          </p:cNvPr>
          <p:cNvSpPr>
            <a:spLocks xmlns:a="http://schemas.openxmlformats.org/drawingml/2006/main" noGrp="1"/>
          </p:cNvSpPr>
          <p:nvPr/>
        </p:nvSpPr>
        <p:spPr>
          <a:xfrm xmlns:a="http://schemas.openxmlformats.org/drawingml/2006/main">
            <a:off x="325755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How it helps</a:t>
            </a:r>
          </a:p>
        </p:txBody>
      </p:sp>
      <p:sp>
        <p:nvSpPr>
          <p:cNvPr id="84" name="op-heading-1">
            <a:extLst xmlns:a="http://schemas.openxmlformats.org/drawingml/2006/main">
              <a:ext uri="{FF2B5EF4-FFF2-40B4-BE49-F238E27FC236}">
                <a16:creationId xmlns:a16="http://schemas.microsoft.com/office/drawing/2014/main" id="{1A98B6AC-B972-4829-BD74-09DF80E0A22D}"/>
              </a:ext>
            </a:extLst>
          </p:cNvPr>
          <p:cNvSpPr>
            <a:spLocks xmlns:a="http://schemas.openxmlformats.org/drawingml/2006/main" noGrp="1"/>
          </p:cNvSpPr>
          <p:nvPr/>
        </p:nvSpPr>
        <p:spPr>
          <a:xfrm xmlns:a="http://schemas.openxmlformats.org/drawingml/2006/main">
            <a:off x="325755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One issue, one public history</a:t>
            </a:r>
          </a:p>
        </p:txBody>
      </p:sp>
      <p:sp>
        <p:nvSpPr>
          <p:cNvPr id="85" name="op-body-1">
            <a:extLst xmlns:a="http://schemas.openxmlformats.org/drawingml/2006/main">
              <a:ext uri="{FF2B5EF4-FFF2-40B4-BE49-F238E27FC236}">
                <a16:creationId xmlns:a16="http://schemas.microsoft.com/office/drawing/2014/main" id="{9A7C4EDF-8FE4-44D5-B63F-CC1BCAD2D4BB}"/>
              </a:ext>
            </a:extLst>
          </p:cNvPr>
          <p:cNvSpPr>
            <a:spLocks xmlns:a="http://schemas.openxmlformats.org/drawingml/2006/main" noGrp="1"/>
          </p:cNvSpPr>
          <p:nvPr/>
        </p:nvSpPr>
        <p:spPr>
          <a:xfrm xmlns:a="http://schemas.openxmlformats.org/drawingml/2006/main">
            <a:off x="325755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Nearby reports join one canonical issue without deleting original reports. A ward queue makes responsibility visible.</a:t>
            </a:r>
          </a:p>
        </p:txBody>
      </p:sp>
      <p:sp>
        <p:nvSpPr>
          <p:cNvPr id="86" name="op-label-2">
            <a:extLst xmlns:a="http://schemas.openxmlformats.org/drawingml/2006/main">
              <a:ext uri="{FF2B5EF4-FFF2-40B4-BE49-F238E27FC236}">
                <a16:creationId xmlns:a16="http://schemas.microsoft.com/office/drawing/2014/main" id="{51BEF72C-CA76-4426-9A80-471F70B6B75C}"/>
              </a:ext>
            </a:extLst>
          </p:cNvPr>
          <p:cNvSpPr>
            <a:spLocks xmlns:a="http://schemas.openxmlformats.org/drawingml/2006/main" noGrp="1"/>
          </p:cNvSpPr>
          <p:nvPr/>
        </p:nvSpPr>
        <p:spPr>
          <a:xfrm xmlns:a="http://schemas.openxmlformats.org/drawingml/2006/main">
            <a:off x="601980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Proposed USP</a:t>
            </a:r>
          </a:p>
        </p:txBody>
      </p:sp>
      <p:sp>
        <p:nvSpPr>
          <p:cNvPr id="87" name="op-heading-2">
            <a:extLst xmlns:a="http://schemas.openxmlformats.org/drawingml/2006/main">
              <a:ext uri="{FF2B5EF4-FFF2-40B4-BE49-F238E27FC236}">
                <a16:creationId xmlns:a16="http://schemas.microsoft.com/office/drawing/2014/main" id="{47B623E1-7D71-4FB9-8218-C9E047879D69}"/>
              </a:ext>
            </a:extLst>
          </p:cNvPr>
          <p:cNvSpPr>
            <a:spLocks xmlns:a="http://schemas.openxmlformats.org/drawingml/2006/main" noGrp="1"/>
          </p:cNvSpPr>
          <p:nvPr/>
        </p:nvSpPr>
        <p:spPr>
          <a:xfrm xmlns:a="http://schemas.openxmlformats.org/drawingml/2006/main">
            <a:off x="601980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Bounded AI, auditable rules</a:t>
            </a:r>
          </a:p>
        </p:txBody>
      </p:sp>
      <p:sp>
        <p:nvSpPr>
          <p:cNvPr id="88" name="op-body-2">
            <a:extLst xmlns:a="http://schemas.openxmlformats.org/drawingml/2006/main">
              <a:ext uri="{FF2B5EF4-FFF2-40B4-BE49-F238E27FC236}">
                <a16:creationId xmlns:a16="http://schemas.microsoft.com/office/drawing/2014/main" id="{A2A72E80-42A5-48DE-B671-1C1EB2DAA9C7}"/>
              </a:ext>
            </a:extLst>
          </p:cNvPr>
          <p:cNvSpPr>
            <a:spLocks xmlns:a="http://schemas.openxmlformats.org/drawingml/2006/main" noGrp="1"/>
          </p:cNvSpPr>
          <p:nvPr/>
        </p:nvSpPr>
        <p:spPr>
          <a:xfrm xmlns:a="http://schemas.openxmlformats.org/drawingml/2006/main">
            <a:off x="601980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Gemini observes and drafts. Code owns routing, priority, deadlines, transitions, quorum and every published metric.</a:t>
            </a:r>
          </a:p>
        </p:txBody>
      </p:sp>
    </p:spTree>
    <p:extLst>
      <p:ext uri="{BB962C8B-B14F-4D97-AF65-F5344CB8AC3E}">
        <p14:creationId xmlns:p14="http://schemas.microsoft.com/office/powerpoint/2010/main" val="6125838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84" name="Google Shape;84;p17">
            <a:extLst xmlns:a="http://schemas.openxmlformats.org/drawingml/2006/main">
              <a:ext uri="{FF2B5EF4-FFF2-40B4-BE49-F238E27FC236}">
                <a16:creationId xmlns:a16="http://schemas.microsoft.com/office/drawing/2014/main" id="{32FEA41A-5E20-41B9-BB12-5C7977DBE97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cef9d2fe6041df">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85" name="Google Shape;85;p17">
            <a:extLst xmlns:a="http://schemas.openxmlformats.org/drawingml/2006/main">
              <a:ext uri="{FF2B5EF4-FFF2-40B4-BE49-F238E27FC236}">
                <a16:creationId xmlns:a16="http://schemas.microsoft.com/office/drawing/2014/main" id="{96F4034B-598D-4484-A0B6-14896AAEB10F}"/>
              </a:ext>
            </a:extLst>
          </p:cNvPr>
          <p:cNvPicPr>
            <a:picLocks xmlns:a="http://schemas.openxmlformats.org/drawingml/2006/main" noChangeAspect="1"/>
          </p:cNvPicPr>
          <p:nvPr/>
        </p:nvPicPr>
        <p:blipFill>
          <a:blip xmlns:r="http://schemas.openxmlformats.org/officeDocument/2006/relationships" xmlns:a="http://schemas.openxmlformats.org/drawingml/2006/main" r:embed="Rbb422c5fa20e413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86" name="Google Shape;86;p17">
            <a:extLst xmlns:a="http://schemas.openxmlformats.org/drawingml/2006/main">
              <a:ext uri="{FF2B5EF4-FFF2-40B4-BE49-F238E27FC236}">
                <a16:creationId xmlns:a16="http://schemas.microsoft.com/office/drawing/2014/main" id="{A36099C3-9435-446E-856E-1D2D84C5170D}"/>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7" name="Google Shape;87;p17">
            <a:extLst xmlns:a="http://schemas.openxmlformats.org/drawingml/2006/main">
              <a:ext uri="{FF2B5EF4-FFF2-40B4-BE49-F238E27FC236}">
                <a16:creationId xmlns:a16="http://schemas.microsoft.com/office/drawing/2014/main" id="{6B7E09FD-4D50-418D-BB1A-7B308E2C2080}"/>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List of features offered by the solution</a:t>
            </a:r>
            <a:endParaRPr sz="1600">
              <a:latin typeface="Google Sans Flex Medium"/>
              <a:ea typeface="Google Sans Flex Medium"/>
              <a:cs typeface="Google Sans Flex Medium"/>
            </a:endParaRPr>
          </a:p>
        </p:txBody>
      </p:sp>
      <p:sp>
        <p:nvSpPr>
          <p:cNvPr id="88" name="feature-0">
            <a:extLst xmlns:a="http://schemas.openxmlformats.org/drawingml/2006/main">
              <a:ext uri="{FF2B5EF4-FFF2-40B4-BE49-F238E27FC236}">
                <a16:creationId xmlns:a16="http://schemas.microsoft.com/office/drawing/2014/main" id="{7A9D8BE6-C02C-4C02-B06A-5F24C01424C5}"/>
              </a:ext>
            </a:extLst>
          </p:cNvPr>
          <p:cNvSpPr>
            <a:spLocks xmlns:a="http://schemas.openxmlformats.org/drawingml/2006/main" noGrp="1"/>
          </p:cNvSpPr>
          <p:nvPr/>
        </p:nvSpPr>
        <p:spPr>
          <a:xfrm xmlns:a="http://schemas.openxmlformats.org/drawingml/2006/main">
            <a:off x="495300" y="14192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Report copilot</a:t>
            </a:r>
          </a:p>
        </p:txBody>
      </p:sp>
      <p:sp>
        <p:nvSpPr>
          <p:cNvPr id="89" name="feature-body-0">
            <a:extLst xmlns:a="http://schemas.openxmlformats.org/drawingml/2006/main">
              <a:ext uri="{FF2B5EF4-FFF2-40B4-BE49-F238E27FC236}">
                <a16:creationId xmlns:a16="http://schemas.microsoft.com/office/drawing/2014/main" id="{1BF3DA9A-6580-4BBF-88F0-583B75895560}"/>
              </a:ext>
            </a:extLst>
          </p:cNvPr>
          <p:cNvSpPr>
            <a:spLocks xmlns:a="http://schemas.openxmlformats.org/drawingml/2006/main" noGrp="1"/>
          </p:cNvSpPr>
          <p:nvPr/>
        </p:nvSpPr>
        <p:spPr>
          <a:xfrm xmlns:a="http://schemas.openxmlformats.org/drawingml/2006/main">
            <a:off x="495300" y="18002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Photo, voice or text; citizen confirms the draft.</a:t>
            </a:r>
          </a:p>
        </p:txBody>
      </p:sp>
      <p:sp>
        <p:nvSpPr>
          <p:cNvPr id="90" name="feature-1">
            <a:extLst xmlns:a="http://schemas.openxmlformats.org/drawingml/2006/main">
              <a:ext uri="{FF2B5EF4-FFF2-40B4-BE49-F238E27FC236}">
                <a16:creationId xmlns:a16="http://schemas.microsoft.com/office/drawing/2014/main" id="{888BCC98-8103-4C2C-B8F1-4215D760A83B}"/>
              </a:ext>
            </a:extLst>
          </p:cNvPr>
          <p:cNvSpPr>
            <a:spLocks xmlns:a="http://schemas.openxmlformats.org/drawingml/2006/main" noGrp="1"/>
          </p:cNvSpPr>
          <p:nvPr/>
        </p:nvSpPr>
        <p:spPr>
          <a:xfrm xmlns:a="http://schemas.openxmlformats.org/drawingml/2006/main">
            <a:off x="4762500" y="14192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Ward routing + duplicate review</a:t>
            </a:r>
          </a:p>
        </p:txBody>
      </p:sp>
      <p:sp>
        <p:nvSpPr>
          <p:cNvPr id="91" name="feature-body-1">
            <a:extLst xmlns:a="http://schemas.openxmlformats.org/drawingml/2006/main">
              <a:ext uri="{FF2B5EF4-FFF2-40B4-BE49-F238E27FC236}">
                <a16:creationId xmlns:a16="http://schemas.microsoft.com/office/drawing/2014/main" id="{4BAB4669-B644-4D9C-B17C-CBDF11E3D611}"/>
              </a:ext>
            </a:extLst>
          </p:cNvPr>
          <p:cNvSpPr>
            <a:spLocks xmlns:a="http://schemas.openxmlformats.org/drawingml/2006/main" noGrp="1"/>
          </p:cNvSpPr>
          <p:nvPr/>
        </p:nvSpPr>
        <p:spPr>
          <a:xfrm xmlns:a="http://schemas.openxmlformats.org/drawingml/2006/main">
            <a:off x="4762500" y="18002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Real polygons and distance checks before AI comparison.</a:t>
            </a:r>
          </a:p>
        </p:txBody>
      </p:sp>
      <p:sp>
        <p:nvSpPr>
          <p:cNvPr id="92" name="feature-2">
            <a:extLst xmlns:a="http://schemas.openxmlformats.org/drawingml/2006/main">
              <a:ext uri="{FF2B5EF4-FFF2-40B4-BE49-F238E27FC236}">
                <a16:creationId xmlns:a16="http://schemas.microsoft.com/office/drawing/2014/main" id="{6CA41CC1-1C43-47F8-ADC5-6DBCBA3C5A2B}"/>
              </a:ext>
            </a:extLst>
          </p:cNvPr>
          <p:cNvSpPr>
            <a:spLocks xmlns:a="http://schemas.openxmlformats.org/drawingml/2006/main" noGrp="1"/>
          </p:cNvSpPr>
          <p:nvPr/>
        </p:nvSpPr>
        <p:spPr>
          <a:xfrm xmlns:a="http://schemas.openxmlformats.org/drawingml/2006/main">
            <a:off x="495300" y="24669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Live civic record</a:t>
            </a:r>
          </a:p>
        </p:txBody>
      </p:sp>
      <p:sp>
        <p:nvSpPr>
          <p:cNvPr id="93" name="feature-body-2">
            <a:extLst xmlns:a="http://schemas.openxmlformats.org/drawingml/2006/main">
              <a:ext uri="{FF2B5EF4-FFF2-40B4-BE49-F238E27FC236}">
                <a16:creationId xmlns:a16="http://schemas.microsoft.com/office/drawing/2014/main" id="{C43A9D3A-94CD-447C-BFA4-2A06FE00E16B}"/>
              </a:ext>
            </a:extLst>
          </p:cNvPr>
          <p:cNvSpPr>
            <a:spLocks xmlns:a="http://schemas.openxmlformats.org/drawingml/2006/main" noGrp="1"/>
          </p:cNvSpPr>
          <p:nvPr/>
        </p:nvSpPr>
        <p:spPr>
          <a:xfrm xmlns:a="http://schemas.openxmlformats.org/drawingml/2006/main">
            <a:off x="495300" y="284797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Map, timeline, evidence, support, follow and Issue Pass.</a:t>
            </a:r>
          </a:p>
        </p:txBody>
      </p:sp>
      <p:sp>
        <p:nvSpPr>
          <p:cNvPr id="94" name="feature-3">
            <a:extLst xmlns:a="http://schemas.openxmlformats.org/drawingml/2006/main">
              <a:ext uri="{FF2B5EF4-FFF2-40B4-BE49-F238E27FC236}">
                <a16:creationId xmlns:a16="http://schemas.microsoft.com/office/drawing/2014/main" id="{DA1506FE-07C5-4E43-9AD1-7A648FC98A30}"/>
              </a:ext>
            </a:extLst>
          </p:cNvPr>
          <p:cNvSpPr>
            <a:spLocks xmlns:a="http://schemas.openxmlformats.org/drawingml/2006/main" noGrp="1"/>
          </p:cNvSpPr>
          <p:nvPr/>
        </p:nvSpPr>
        <p:spPr>
          <a:xfrm xmlns:a="http://schemas.openxmlformats.org/drawingml/2006/main">
            <a:off x="4762500" y="24669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Officer workflow</a:t>
            </a:r>
          </a:p>
        </p:txBody>
      </p:sp>
      <p:sp>
        <p:nvSpPr>
          <p:cNvPr id="95" name="feature-body-3">
            <a:extLst xmlns:a="http://schemas.openxmlformats.org/drawingml/2006/main">
              <a:ext uri="{FF2B5EF4-FFF2-40B4-BE49-F238E27FC236}">
                <a16:creationId xmlns:a16="http://schemas.microsoft.com/office/drawing/2014/main" id="{09AAB790-D8EC-42AB-9B07-76636824FB21}"/>
              </a:ext>
            </a:extLst>
          </p:cNvPr>
          <p:cNvSpPr>
            <a:spLocks xmlns:a="http://schemas.openxmlformats.org/drawingml/2006/main" noGrp="1"/>
          </p:cNvSpPr>
          <p:nvPr/>
        </p:nvSpPr>
        <p:spPr>
          <a:xfrm xmlns:a="http://schemas.openxmlformats.org/drawingml/2006/main">
            <a:off x="4762500" y="284797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Acknowledge, start work, upload resolution evidence.</a:t>
            </a:r>
          </a:p>
        </p:txBody>
      </p:sp>
      <p:sp>
        <p:nvSpPr>
          <p:cNvPr id="96" name="feature-4">
            <a:extLst xmlns:a="http://schemas.openxmlformats.org/drawingml/2006/main">
              <a:ext uri="{FF2B5EF4-FFF2-40B4-BE49-F238E27FC236}">
                <a16:creationId xmlns:a16="http://schemas.microsoft.com/office/drawing/2014/main" id="{51B8EE87-5ADF-4572-A7A7-F9602FDD495D}"/>
              </a:ext>
            </a:extLst>
          </p:cNvPr>
          <p:cNvSpPr>
            <a:spLocks xmlns:a="http://schemas.openxmlformats.org/drawingml/2006/main" noGrp="1"/>
          </p:cNvSpPr>
          <p:nvPr/>
        </p:nvSpPr>
        <p:spPr>
          <a:xfrm xmlns:a="http://schemas.openxmlformats.org/drawingml/2006/main">
            <a:off x="495300" y="35147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Citizen verification</a:t>
            </a:r>
          </a:p>
        </p:txBody>
      </p:sp>
      <p:sp>
        <p:nvSpPr>
          <p:cNvPr id="97" name="feature-body-4">
            <a:extLst xmlns:a="http://schemas.openxmlformats.org/drawingml/2006/main">
              <a:ext uri="{FF2B5EF4-FFF2-40B4-BE49-F238E27FC236}">
                <a16:creationId xmlns:a16="http://schemas.microsoft.com/office/drawing/2014/main" id="{BCFFE4B5-A3FC-43C6-9DC2-03A3B6A1ECA1}"/>
              </a:ext>
            </a:extLst>
          </p:cNvPr>
          <p:cNvSpPr>
            <a:spLocks xmlns:a="http://schemas.openxmlformats.org/drawingml/2006/main" noGrp="1"/>
          </p:cNvSpPr>
          <p:nvPr/>
        </p:nvSpPr>
        <p:spPr>
          <a:xfrm xmlns:a="http://schemas.openxmlformats.org/drawingml/2006/main">
            <a:off x="495300" y="38957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Eligible votes confirm the fix or reopen the issue.</a:t>
            </a:r>
          </a:p>
        </p:txBody>
      </p:sp>
      <p:sp>
        <p:nvSpPr>
          <p:cNvPr id="98" name="feature-5">
            <a:extLst xmlns:a="http://schemas.openxmlformats.org/drawingml/2006/main">
              <a:ext uri="{FF2B5EF4-FFF2-40B4-BE49-F238E27FC236}">
                <a16:creationId xmlns:a16="http://schemas.microsoft.com/office/drawing/2014/main" id="{DF69EEC9-E18D-4367-B7F2-66111BFFC4F4}"/>
              </a:ext>
            </a:extLst>
          </p:cNvPr>
          <p:cNvSpPr>
            <a:spLocks xmlns:a="http://schemas.openxmlformats.org/drawingml/2006/main" noGrp="1"/>
          </p:cNvSpPr>
          <p:nvPr/>
        </p:nvSpPr>
        <p:spPr>
          <a:xfrm xmlns:a="http://schemas.openxmlformats.org/drawingml/2006/main">
            <a:off x="4762500" y="35147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Outcome ledger</a:t>
            </a:r>
          </a:p>
        </p:txBody>
      </p:sp>
      <p:sp>
        <p:nvSpPr>
          <p:cNvPr id="99" name="feature-body-5">
            <a:extLst xmlns:a="http://schemas.openxmlformats.org/drawingml/2006/main">
              <a:ext uri="{FF2B5EF4-FFF2-40B4-BE49-F238E27FC236}">
                <a16:creationId xmlns:a16="http://schemas.microsoft.com/office/drawing/2014/main" id="{9A9ECFD2-2F42-4B48-AB72-69633663D975}"/>
              </a:ext>
            </a:extLst>
          </p:cNvPr>
          <p:cNvSpPr>
            <a:spLocks xmlns:a="http://schemas.openxmlformats.org/drawingml/2006/main" noGrp="1"/>
          </p:cNvSpPr>
          <p:nvPr/>
        </p:nvSpPr>
        <p:spPr>
          <a:xfrm xmlns:a="http://schemas.openxmlformats.org/drawingml/2006/main">
            <a:off x="4762500" y="38957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Claimed versus verified, SLA and reopen metrics with definitions.</a:t>
            </a:r>
          </a:p>
        </p:txBody>
      </p:sp>
      <p:sp>
        <p:nvSpPr>
          <p:cNvPr id="100" name="readiness">
            <a:extLst xmlns:a="http://schemas.openxmlformats.org/drawingml/2006/main">
              <a:ext uri="{FF2B5EF4-FFF2-40B4-BE49-F238E27FC236}">
                <a16:creationId xmlns:a16="http://schemas.microsoft.com/office/drawing/2014/main" id="{29E8A082-751C-42A3-8E44-43F24E52F8C1}"/>
              </a:ext>
            </a:extLst>
          </p:cNvPr>
          <p:cNvSpPr>
            <a:spLocks xmlns:a="http://schemas.openxmlformats.org/drawingml/2006/main" noGrp="1"/>
          </p:cNvSpPr>
          <p:nvPr/>
        </p:nvSpPr>
        <p:spPr>
          <a:xfrm xmlns:a="http://schemas.openxmlformats.org/drawingml/2006/main">
            <a:off x="495300" y="4562475"/>
            <a:ext cx="815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38">
                <a:solidFill>
                  <a:srgbClr val="555555"/>
                </a:solidFill>
                <a:latin typeface="Google Sans Flex"/>
                <a:ea typeface="Google Sans Flex"/>
                <a:cs typeface="Google Sans Flex"/>
              </a:defRPr>
            </a:defPPr>
            <a:lvl1pPr>
              <a:defRPr sz="938">
                <a:solidFill>
                  <a:srgbClr val="555555"/>
                </a:solidFill>
                <a:latin typeface="Google Sans Flex"/>
                <a:ea typeface="Google Sans Flex"/>
                <a:cs typeface="Google Sans Flex"/>
              </a:defRPr>
            </a:lvl1pPr>
            <a:lvl2pPr>
              <a:defRPr sz="938">
                <a:solidFill>
                  <a:srgbClr val="555555"/>
                </a:solidFill>
                <a:latin typeface="Google Sans Flex"/>
                <a:ea typeface="Google Sans Flex"/>
                <a:cs typeface="Google Sans Flex"/>
              </a:defRPr>
            </a:lvl2pPr>
            <a:lvl3pPr>
              <a:defRPr sz="938">
                <a:solidFill>
                  <a:srgbClr val="555555"/>
                </a:solidFill>
                <a:latin typeface="Google Sans Flex"/>
                <a:ea typeface="Google Sans Flex"/>
                <a:cs typeface="Google Sans Flex"/>
              </a:defRPr>
            </a:lvl3pPr>
            <a:lvl4pPr>
              <a:defRPr sz="938">
                <a:solidFill>
                  <a:srgbClr val="555555"/>
                </a:solidFill>
                <a:latin typeface="Google Sans Flex"/>
                <a:ea typeface="Google Sans Flex"/>
                <a:cs typeface="Google Sans Flex"/>
              </a:defRPr>
            </a:lvl4pPr>
            <a:lvl5pPr>
              <a:defRPr sz="938">
                <a:solidFill>
                  <a:srgbClr val="555555"/>
                </a:solidFill>
                <a:latin typeface="Google Sans Flex"/>
                <a:ea typeface="Google Sans Flex"/>
                <a:cs typeface="Google Sans Flex"/>
              </a:defRPr>
            </a:lvl5pPr>
            <a:lvl6pPr>
              <a:defRPr sz="938">
                <a:solidFill>
                  <a:srgbClr val="555555"/>
                </a:solidFill>
                <a:latin typeface="Google Sans Flex"/>
                <a:ea typeface="Google Sans Flex"/>
                <a:cs typeface="Google Sans Flex"/>
              </a:defRPr>
            </a:lvl6pPr>
            <a:lvl7pPr>
              <a:defRPr sz="938">
                <a:solidFill>
                  <a:srgbClr val="555555"/>
                </a:solidFill>
                <a:latin typeface="Google Sans Flex"/>
                <a:ea typeface="Google Sans Flex"/>
                <a:cs typeface="Google Sans Flex"/>
              </a:defRPr>
            </a:lvl7pPr>
            <a:lvl8pPr>
              <a:defRPr sz="938">
                <a:solidFill>
                  <a:srgbClr val="555555"/>
                </a:solidFill>
                <a:latin typeface="Google Sans Flex"/>
                <a:ea typeface="Google Sans Flex"/>
                <a:cs typeface="Google Sans Flex"/>
              </a:defRPr>
            </a:lvl8pPr>
            <a:lvl9pPr>
              <a:defRPr sz="938">
                <a:solidFill>
                  <a:srgbClr val="555555"/>
                </a:solidFill>
                <a:latin typeface="Google Sans Flex"/>
                <a:ea typeface="Google Sans Flex"/>
                <a:cs typeface="Google Sans Flex"/>
              </a:defRPr>
            </a:lvl9pPr>
          </a:lstStyle>
          <a:p xmlns:a="http://schemas.openxmlformats.org/drawingml/2006/main">
            <a:pPr>
              <a:defRPr sz="938">
                <a:solidFill>
                  <a:srgbClr val="555555"/>
                </a:solidFill>
                <a:latin typeface="Google Sans Flex"/>
                <a:ea typeface="Google Sans Flex"/>
                <a:cs typeface="Google Sans Flex"/>
              </a:defRPr>
            </a:pPr>
            <a:r>
              <a:rPr sz="938">
                <a:solidFill>
                  <a:srgbClr val="555555"/>
                </a:solidFill>
                <a:latin typeface="Google Sans Flex"/>
                <a:ea typeface="Google Sans Flex"/>
                <a:cs typeface="Google Sans Flex"/>
              </a:rPr>
              <a:t>Public Firebase Hosting device-only demonstration is accessible. Posts and interactions stay in each browser; connected backend features remain unavailable.</a:t>
            </a:r>
          </a:p>
        </p:txBody>
      </p:sp>
    </p:spTree>
    <p:extLst>
      <p:ext uri="{BB962C8B-B14F-4D97-AF65-F5344CB8AC3E}">
        <p14:creationId xmlns:p14="http://schemas.microsoft.com/office/powerpoint/2010/main" val="176132132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92" name="Google Shape;92;p18">
            <a:extLst xmlns:a="http://schemas.openxmlformats.org/drawingml/2006/main">
              <a:ext uri="{FF2B5EF4-FFF2-40B4-BE49-F238E27FC236}">
                <a16:creationId xmlns:a16="http://schemas.microsoft.com/office/drawing/2014/main" id="{5EDB42F3-C610-41B4-B643-B05E32BF499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f5ea921ee164880">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93" name="Google Shape;93;p18">
            <a:extLst xmlns:a="http://schemas.openxmlformats.org/drawingml/2006/main">
              <a:ext uri="{FF2B5EF4-FFF2-40B4-BE49-F238E27FC236}">
                <a16:creationId xmlns:a16="http://schemas.microsoft.com/office/drawing/2014/main" id="{F48CC59D-A92B-4CB5-8CC2-37CE7DD9BCB3}"/>
              </a:ext>
            </a:extLst>
          </p:cNvPr>
          <p:cNvPicPr>
            <a:picLocks xmlns:a="http://schemas.openxmlformats.org/drawingml/2006/main" noChangeAspect="1"/>
          </p:cNvPicPr>
          <p:nvPr/>
        </p:nvPicPr>
        <p:blipFill>
          <a:blip xmlns:r="http://schemas.openxmlformats.org/officeDocument/2006/relationships" xmlns:a="http://schemas.openxmlformats.org/drawingml/2006/main" r:embed="R34049e714c7c46a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94" name="Google Shape;94;p18">
            <a:extLst xmlns:a="http://schemas.openxmlformats.org/drawingml/2006/main">
              <a:ext uri="{FF2B5EF4-FFF2-40B4-BE49-F238E27FC236}">
                <a16:creationId xmlns:a16="http://schemas.microsoft.com/office/drawing/2014/main" id="{80DABBD3-4926-46A0-A8BC-7CFE96D08CD5}"/>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95" name="Google Shape;95;p18">
            <a:extLst xmlns:a="http://schemas.openxmlformats.org/drawingml/2006/main">
              <a:ext uri="{FF2B5EF4-FFF2-40B4-BE49-F238E27FC236}">
                <a16:creationId xmlns:a16="http://schemas.microsoft.com/office/drawing/2014/main" id="{6F4B9E48-A490-4734-B281-D5B3015E6C2F}"/>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Process flow diagram or Use-case diagram</a:t>
            </a:r>
            <a:endParaRPr sz="1600">
              <a:latin typeface="Google Sans Flex Medium"/>
              <a:ea typeface="Google Sans Flex Medium"/>
              <a:cs typeface="Google Sans Flex Medium"/>
            </a:endParaRPr>
          </a:p>
        </p:txBody>
      </p:sp>
      <p:sp>
        <p:nvSpPr>
          <p:cNvPr id="96" name="step-0">
            <a:extLst xmlns:a="http://schemas.openxmlformats.org/drawingml/2006/main">
              <a:ext uri="{FF2B5EF4-FFF2-40B4-BE49-F238E27FC236}">
                <a16:creationId xmlns:a16="http://schemas.microsoft.com/office/drawing/2014/main" id="{0C7DF7C2-EDD3-4A4D-9794-C938DA2B0488}"/>
              </a:ext>
            </a:extLst>
          </p:cNvPr>
          <p:cNvSpPr>
            <a:spLocks xmlns:a="http://schemas.openxmlformats.org/drawingml/2006/main" noGrp="1"/>
          </p:cNvSpPr>
          <p:nvPr/>
        </p:nvSpPr>
        <p:spPr>
          <a:xfrm xmlns:a="http://schemas.openxmlformats.org/drawingml/2006/main">
            <a:off x="4953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97" name="step-head-0">
            <a:extLst xmlns:a="http://schemas.openxmlformats.org/drawingml/2006/main">
              <a:ext uri="{FF2B5EF4-FFF2-40B4-BE49-F238E27FC236}">
                <a16:creationId xmlns:a16="http://schemas.microsoft.com/office/drawing/2014/main" id="{090F3AA8-4574-4315-9CC8-1065D98AE25D}"/>
              </a:ext>
            </a:extLst>
          </p:cNvPr>
          <p:cNvSpPr>
            <a:spLocks xmlns:a="http://schemas.openxmlformats.org/drawingml/2006/main" noGrp="1"/>
          </p:cNvSpPr>
          <p:nvPr/>
        </p:nvSpPr>
        <p:spPr>
          <a:xfrm xmlns:a="http://schemas.openxmlformats.org/drawingml/2006/main">
            <a:off x="6096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Report</a:t>
            </a:r>
          </a:p>
        </p:txBody>
      </p:sp>
      <p:sp>
        <p:nvSpPr>
          <p:cNvPr id="98" name="step-copy-0">
            <a:extLst xmlns:a="http://schemas.openxmlformats.org/drawingml/2006/main">
              <a:ext uri="{FF2B5EF4-FFF2-40B4-BE49-F238E27FC236}">
                <a16:creationId xmlns:a16="http://schemas.microsoft.com/office/drawing/2014/main" id="{9FB82778-E805-476A-A9E3-20C42A8154A9}"/>
              </a:ext>
            </a:extLst>
          </p:cNvPr>
          <p:cNvSpPr>
            <a:spLocks xmlns:a="http://schemas.openxmlformats.org/drawingml/2006/main" noGrp="1"/>
          </p:cNvSpPr>
          <p:nvPr/>
        </p:nvSpPr>
        <p:spPr>
          <a:xfrm xmlns:a="http://schemas.openxmlformats.org/drawingml/2006/main">
            <a:off x="6096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Photo, voice, text</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Citizen confirms</a:t>
            </a:r>
          </a:p>
        </p:txBody>
      </p:sp>
      <p:sp>
        <p:nvSpPr>
          <p:cNvPr id="99" name="">
            <a:extLst xmlns:a="http://schemas.openxmlformats.org/drawingml/2006/main">
              <a:ext uri="{FF2B5EF4-FFF2-40B4-BE49-F238E27FC236}">
                <a16:creationId xmlns:a16="http://schemas.microsoft.com/office/drawing/2014/main" id="{87F765FA-FDC9-4950-A48A-72314C610DF2}"/>
              </a:ext>
            </a:extLst>
          </p:cNvPr>
          <p:cNvSpPr>
            <a:spLocks xmlns:a="http://schemas.openxmlformats.org/drawingml/2006/main" noGrp="1"/>
          </p:cNvSpPr>
          <p:nvPr/>
        </p:nvSpPr>
        <p:spPr>
          <a:xfrm xmlns:a="http://schemas.openxmlformats.org/drawingml/2006/main">
            <a:off x="199072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0" name="step-1">
            <a:extLst xmlns:a="http://schemas.openxmlformats.org/drawingml/2006/main">
              <a:ext uri="{FF2B5EF4-FFF2-40B4-BE49-F238E27FC236}">
                <a16:creationId xmlns:a16="http://schemas.microsoft.com/office/drawing/2014/main" id="{D4B39739-53BF-4F07-9FF3-495B8AA0B345}"/>
              </a:ext>
            </a:extLst>
          </p:cNvPr>
          <p:cNvSpPr>
            <a:spLocks xmlns:a="http://schemas.openxmlformats.org/drawingml/2006/main" noGrp="1"/>
          </p:cNvSpPr>
          <p:nvPr/>
        </p:nvSpPr>
        <p:spPr>
          <a:xfrm xmlns:a="http://schemas.openxmlformats.org/drawingml/2006/main">
            <a:off x="215265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1" name="step-head-1">
            <a:extLst xmlns:a="http://schemas.openxmlformats.org/drawingml/2006/main">
              <a:ext uri="{FF2B5EF4-FFF2-40B4-BE49-F238E27FC236}">
                <a16:creationId xmlns:a16="http://schemas.microsoft.com/office/drawing/2014/main" id="{8FAA5A8F-4A20-423E-947C-D1D801119638}"/>
              </a:ext>
            </a:extLst>
          </p:cNvPr>
          <p:cNvSpPr>
            <a:spLocks xmlns:a="http://schemas.openxmlformats.org/drawingml/2006/main" noGrp="1"/>
          </p:cNvSpPr>
          <p:nvPr/>
        </p:nvSpPr>
        <p:spPr>
          <a:xfrm xmlns:a="http://schemas.openxmlformats.org/drawingml/2006/main">
            <a:off x="226695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Route</a:t>
            </a:r>
          </a:p>
        </p:txBody>
      </p:sp>
      <p:sp>
        <p:nvSpPr>
          <p:cNvPr id="102" name="step-copy-1">
            <a:extLst xmlns:a="http://schemas.openxmlformats.org/drawingml/2006/main">
              <a:ext uri="{FF2B5EF4-FFF2-40B4-BE49-F238E27FC236}">
                <a16:creationId xmlns:a16="http://schemas.microsoft.com/office/drawing/2014/main" id="{A2E8DE22-31FE-4456-B6FA-D1E4F8094B55}"/>
              </a:ext>
            </a:extLst>
          </p:cNvPr>
          <p:cNvSpPr>
            <a:spLocks xmlns:a="http://schemas.openxmlformats.org/drawingml/2006/main" noGrp="1"/>
          </p:cNvSpPr>
          <p:nvPr/>
        </p:nvSpPr>
        <p:spPr>
          <a:xfrm xmlns:a="http://schemas.openxmlformats.org/drawingml/2006/main">
            <a:off x="226695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Ward polygon</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Nearby duplicates</a:t>
            </a:r>
          </a:p>
        </p:txBody>
      </p:sp>
      <p:sp>
        <p:nvSpPr>
          <p:cNvPr id="103" name="">
            <a:extLst xmlns:a="http://schemas.openxmlformats.org/drawingml/2006/main">
              <a:ext uri="{FF2B5EF4-FFF2-40B4-BE49-F238E27FC236}">
                <a16:creationId xmlns:a16="http://schemas.microsoft.com/office/drawing/2014/main" id="{1C39574F-4FAF-42F2-AA66-42FA221D9CC3}"/>
              </a:ext>
            </a:extLst>
          </p:cNvPr>
          <p:cNvSpPr>
            <a:spLocks xmlns:a="http://schemas.openxmlformats.org/drawingml/2006/main" noGrp="1"/>
          </p:cNvSpPr>
          <p:nvPr/>
        </p:nvSpPr>
        <p:spPr>
          <a:xfrm xmlns:a="http://schemas.openxmlformats.org/drawingml/2006/main">
            <a:off x="364807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4" name="step-2">
            <a:extLst xmlns:a="http://schemas.openxmlformats.org/drawingml/2006/main">
              <a:ext uri="{FF2B5EF4-FFF2-40B4-BE49-F238E27FC236}">
                <a16:creationId xmlns:a16="http://schemas.microsoft.com/office/drawing/2014/main" id="{55571DC4-0A49-4955-847A-4E64FC15D1FB}"/>
              </a:ext>
            </a:extLst>
          </p:cNvPr>
          <p:cNvSpPr>
            <a:spLocks xmlns:a="http://schemas.openxmlformats.org/drawingml/2006/main" noGrp="1"/>
          </p:cNvSpPr>
          <p:nvPr/>
        </p:nvSpPr>
        <p:spPr>
          <a:xfrm xmlns:a="http://schemas.openxmlformats.org/drawingml/2006/main">
            <a:off x="38100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5" name="step-head-2">
            <a:extLst xmlns:a="http://schemas.openxmlformats.org/drawingml/2006/main">
              <a:ext uri="{FF2B5EF4-FFF2-40B4-BE49-F238E27FC236}">
                <a16:creationId xmlns:a16="http://schemas.microsoft.com/office/drawing/2014/main" id="{156F57CF-A060-471F-BE87-18267E7B066B}"/>
              </a:ext>
            </a:extLst>
          </p:cNvPr>
          <p:cNvSpPr>
            <a:spLocks xmlns:a="http://schemas.openxmlformats.org/drawingml/2006/main" noGrp="1"/>
          </p:cNvSpPr>
          <p:nvPr/>
        </p:nvSpPr>
        <p:spPr>
          <a:xfrm xmlns:a="http://schemas.openxmlformats.org/drawingml/2006/main">
            <a:off x="39243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Act</a:t>
            </a:r>
          </a:p>
        </p:txBody>
      </p:sp>
      <p:sp>
        <p:nvSpPr>
          <p:cNvPr id="106" name="step-copy-2">
            <a:extLst xmlns:a="http://schemas.openxmlformats.org/drawingml/2006/main">
              <a:ext uri="{FF2B5EF4-FFF2-40B4-BE49-F238E27FC236}">
                <a16:creationId xmlns:a16="http://schemas.microsoft.com/office/drawing/2014/main" id="{73031EA4-A4A0-4F41-B410-D8A8399C44B2}"/>
              </a:ext>
            </a:extLst>
          </p:cNvPr>
          <p:cNvSpPr>
            <a:spLocks xmlns:a="http://schemas.openxmlformats.org/drawingml/2006/main" noGrp="1"/>
          </p:cNvSpPr>
          <p:nvPr/>
        </p:nvSpPr>
        <p:spPr>
          <a:xfrm xmlns:a="http://schemas.openxmlformats.org/drawingml/2006/main">
            <a:off x="39243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Officer response</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Repair evidence</a:t>
            </a:r>
          </a:p>
        </p:txBody>
      </p:sp>
      <p:sp>
        <p:nvSpPr>
          <p:cNvPr id="107" name="">
            <a:extLst xmlns:a="http://schemas.openxmlformats.org/drawingml/2006/main">
              <a:ext uri="{FF2B5EF4-FFF2-40B4-BE49-F238E27FC236}">
                <a16:creationId xmlns:a16="http://schemas.microsoft.com/office/drawing/2014/main" id="{524C5103-F614-45D0-9751-2901C93D4884}"/>
              </a:ext>
            </a:extLst>
          </p:cNvPr>
          <p:cNvSpPr>
            <a:spLocks xmlns:a="http://schemas.openxmlformats.org/drawingml/2006/main" noGrp="1"/>
          </p:cNvSpPr>
          <p:nvPr/>
        </p:nvSpPr>
        <p:spPr>
          <a:xfrm xmlns:a="http://schemas.openxmlformats.org/drawingml/2006/main">
            <a:off x="530542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8" name="step-3">
            <a:extLst xmlns:a="http://schemas.openxmlformats.org/drawingml/2006/main">
              <a:ext uri="{FF2B5EF4-FFF2-40B4-BE49-F238E27FC236}">
                <a16:creationId xmlns:a16="http://schemas.microsoft.com/office/drawing/2014/main" id="{488A14C7-C0C8-470C-B21C-07666D084461}"/>
              </a:ext>
            </a:extLst>
          </p:cNvPr>
          <p:cNvSpPr>
            <a:spLocks xmlns:a="http://schemas.openxmlformats.org/drawingml/2006/main" noGrp="1"/>
          </p:cNvSpPr>
          <p:nvPr/>
        </p:nvSpPr>
        <p:spPr>
          <a:xfrm xmlns:a="http://schemas.openxmlformats.org/drawingml/2006/main">
            <a:off x="546735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9" name="step-head-3">
            <a:extLst xmlns:a="http://schemas.openxmlformats.org/drawingml/2006/main">
              <a:ext uri="{FF2B5EF4-FFF2-40B4-BE49-F238E27FC236}">
                <a16:creationId xmlns:a16="http://schemas.microsoft.com/office/drawing/2014/main" id="{68A8418A-3918-44B9-AF5C-909EA6274F6F}"/>
              </a:ext>
            </a:extLst>
          </p:cNvPr>
          <p:cNvSpPr>
            <a:spLocks xmlns:a="http://schemas.openxmlformats.org/drawingml/2006/main" noGrp="1"/>
          </p:cNvSpPr>
          <p:nvPr/>
        </p:nvSpPr>
        <p:spPr>
          <a:xfrm xmlns:a="http://schemas.openxmlformats.org/drawingml/2006/main">
            <a:off x="558165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Verify</a:t>
            </a:r>
          </a:p>
        </p:txBody>
      </p:sp>
      <p:sp>
        <p:nvSpPr>
          <p:cNvPr id="110" name="step-copy-3">
            <a:extLst xmlns:a="http://schemas.openxmlformats.org/drawingml/2006/main">
              <a:ext uri="{FF2B5EF4-FFF2-40B4-BE49-F238E27FC236}">
                <a16:creationId xmlns:a16="http://schemas.microsoft.com/office/drawing/2014/main" id="{C681A54F-F766-4BF2-86D9-A3B22953666E}"/>
              </a:ext>
            </a:extLst>
          </p:cNvPr>
          <p:cNvSpPr>
            <a:spLocks xmlns:a="http://schemas.openxmlformats.org/drawingml/2006/main" noGrp="1"/>
          </p:cNvSpPr>
          <p:nvPr/>
        </p:nvSpPr>
        <p:spPr>
          <a:xfrm xmlns:a="http://schemas.openxmlformats.org/drawingml/2006/main">
            <a:off x="558165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Evidence gate</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Citizen quorum</a:t>
            </a:r>
          </a:p>
        </p:txBody>
      </p:sp>
      <p:sp>
        <p:nvSpPr>
          <p:cNvPr id="111" name="">
            <a:extLst xmlns:a="http://schemas.openxmlformats.org/drawingml/2006/main">
              <a:ext uri="{FF2B5EF4-FFF2-40B4-BE49-F238E27FC236}">
                <a16:creationId xmlns:a16="http://schemas.microsoft.com/office/drawing/2014/main" id="{6E18A813-D80B-40A0-819D-CE2548D457A9}"/>
              </a:ext>
            </a:extLst>
          </p:cNvPr>
          <p:cNvSpPr>
            <a:spLocks xmlns:a="http://schemas.openxmlformats.org/drawingml/2006/main" noGrp="1"/>
          </p:cNvSpPr>
          <p:nvPr/>
        </p:nvSpPr>
        <p:spPr>
          <a:xfrm xmlns:a="http://schemas.openxmlformats.org/drawingml/2006/main">
            <a:off x="696277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12" name="step-4">
            <a:extLst xmlns:a="http://schemas.openxmlformats.org/drawingml/2006/main">
              <a:ext uri="{FF2B5EF4-FFF2-40B4-BE49-F238E27FC236}">
                <a16:creationId xmlns:a16="http://schemas.microsoft.com/office/drawing/2014/main" id="{18AC6EEA-CD68-4E2F-AB62-EC453CA0C64C}"/>
              </a:ext>
            </a:extLst>
          </p:cNvPr>
          <p:cNvSpPr>
            <a:spLocks xmlns:a="http://schemas.openxmlformats.org/drawingml/2006/main" noGrp="1"/>
          </p:cNvSpPr>
          <p:nvPr/>
        </p:nvSpPr>
        <p:spPr>
          <a:xfrm xmlns:a="http://schemas.openxmlformats.org/drawingml/2006/main">
            <a:off x="71247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3" name="step-head-4">
            <a:extLst xmlns:a="http://schemas.openxmlformats.org/drawingml/2006/main">
              <a:ext uri="{FF2B5EF4-FFF2-40B4-BE49-F238E27FC236}">
                <a16:creationId xmlns:a16="http://schemas.microsoft.com/office/drawing/2014/main" id="{9168AD5D-98A6-4583-AE8E-33CA0A9B9A57}"/>
              </a:ext>
            </a:extLst>
          </p:cNvPr>
          <p:cNvSpPr>
            <a:spLocks xmlns:a="http://schemas.openxmlformats.org/drawingml/2006/main" noGrp="1"/>
          </p:cNvSpPr>
          <p:nvPr/>
        </p:nvSpPr>
        <p:spPr>
          <a:xfrm xmlns:a="http://schemas.openxmlformats.org/drawingml/2006/main">
            <a:off x="72390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Measure</a:t>
            </a:r>
          </a:p>
        </p:txBody>
      </p:sp>
      <p:sp>
        <p:nvSpPr>
          <p:cNvPr id="114" name="step-copy-4">
            <a:extLst xmlns:a="http://schemas.openxmlformats.org/drawingml/2006/main">
              <a:ext uri="{FF2B5EF4-FFF2-40B4-BE49-F238E27FC236}">
                <a16:creationId xmlns:a16="http://schemas.microsoft.com/office/drawing/2014/main" id="{88442086-B838-491C-BC84-03FEA67899DD}"/>
              </a:ext>
            </a:extLst>
          </p:cNvPr>
          <p:cNvSpPr>
            <a:spLocks xmlns:a="http://schemas.openxmlformats.org/drawingml/2006/main" noGrp="1"/>
          </p:cNvSpPr>
          <p:nvPr/>
        </p:nvSpPr>
        <p:spPr>
          <a:xfrm xmlns:a="http://schemas.openxmlformats.org/drawingml/2006/main">
            <a:off x="72390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Computed ledger</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Published rules</a:t>
            </a:r>
          </a:p>
        </p:txBody>
      </p:sp>
      <p:sp>
        <p:nvSpPr>
          <p:cNvPr id="115" name="hold-rule">
            <a:extLst xmlns:a="http://schemas.openxmlformats.org/drawingml/2006/main">
              <a:ext uri="{FF2B5EF4-FFF2-40B4-BE49-F238E27FC236}">
                <a16:creationId xmlns:a16="http://schemas.microsoft.com/office/drawing/2014/main" id="{FA86F37F-F1DB-4913-BE4F-D7DD926F87DC}"/>
              </a:ext>
            </a:extLst>
          </p:cNvPr>
          <p:cNvSpPr>
            <a:spLocks xmlns:a="http://schemas.openxmlformats.org/drawingml/2006/main" noGrp="1"/>
          </p:cNvSpPr>
          <p:nvPr/>
        </p:nvSpPr>
        <p:spPr>
          <a:xfrm xmlns:a="http://schemas.openxmlformats.org/drawingml/2006/main">
            <a:off x="495300" y="3333750"/>
            <a:ext cx="815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1111"/>
                </a:solidFill>
                <a:latin typeface="Google Sans Flex"/>
                <a:ea typeface="Google Sans Flex"/>
                <a:cs typeface="Google Sans Flex"/>
              </a:defRPr>
            </a:defPPr>
            <a:lvl1pPr>
              <a:defRPr sz="1875" b="1">
                <a:solidFill>
                  <a:srgbClr val="111111"/>
                </a:solidFill>
                <a:latin typeface="Google Sans Flex"/>
                <a:ea typeface="Google Sans Flex"/>
                <a:cs typeface="Google Sans Flex"/>
              </a:defRPr>
            </a:lvl1pPr>
            <a:lvl2pPr>
              <a:defRPr sz="1875" b="1">
                <a:solidFill>
                  <a:srgbClr val="111111"/>
                </a:solidFill>
                <a:latin typeface="Google Sans Flex"/>
                <a:ea typeface="Google Sans Flex"/>
                <a:cs typeface="Google Sans Flex"/>
              </a:defRPr>
            </a:lvl2pPr>
            <a:lvl3pPr>
              <a:defRPr sz="1875" b="1">
                <a:solidFill>
                  <a:srgbClr val="111111"/>
                </a:solidFill>
                <a:latin typeface="Google Sans Flex"/>
                <a:ea typeface="Google Sans Flex"/>
                <a:cs typeface="Google Sans Flex"/>
              </a:defRPr>
            </a:lvl3pPr>
            <a:lvl4pPr>
              <a:defRPr sz="1875" b="1">
                <a:solidFill>
                  <a:srgbClr val="111111"/>
                </a:solidFill>
                <a:latin typeface="Google Sans Flex"/>
                <a:ea typeface="Google Sans Flex"/>
                <a:cs typeface="Google Sans Flex"/>
              </a:defRPr>
            </a:lvl4pPr>
            <a:lvl5pPr>
              <a:defRPr sz="1875" b="1">
                <a:solidFill>
                  <a:srgbClr val="111111"/>
                </a:solidFill>
                <a:latin typeface="Google Sans Flex"/>
                <a:ea typeface="Google Sans Flex"/>
                <a:cs typeface="Google Sans Flex"/>
              </a:defRPr>
            </a:lvl5pPr>
            <a:lvl6pPr>
              <a:defRPr sz="1875" b="1">
                <a:solidFill>
                  <a:srgbClr val="111111"/>
                </a:solidFill>
                <a:latin typeface="Google Sans Flex"/>
                <a:ea typeface="Google Sans Flex"/>
                <a:cs typeface="Google Sans Flex"/>
              </a:defRPr>
            </a:lvl6pPr>
            <a:lvl7pPr>
              <a:defRPr sz="1875" b="1">
                <a:solidFill>
                  <a:srgbClr val="111111"/>
                </a:solidFill>
                <a:latin typeface="Google Sans Flex"/>
                <a:ea typeface="Google Sans Flex"/>
                <a:cs typeface="Google Sans Flex"/>
              </a:defRPr>
            </a:lvl7pPr>
            <a:lvl8pPr>
              <a:defRPr sz="1875" b="1">
                <a:solidFill>
                  <a:srgbClr val="111111"/>
                </a:solidFill>
                <a:latin typeface="Google Sans Flex"/>
                <a:ea typeface="Google Sans Flex"/>
                <a:cs typeface="Google Sans Flex"/>
              </a:defRPr>
            </a:lvl8pPr>
            <a:lvl9pPr>
              <a:defRPr sz="1875" b="1">
                <a:solidFill>
                  <a:srgbClr val="111111"/>
                </a:solidFill>
                <a:latin typeface="Google Sans Flex"/>
                <a:ea typeface="Google Sans Flex"/>
                <a:cs typeface="Google Sans Flex"/>
              </a:defRPr>
            </a:lvl9pPr>
          </a:lstStyle>
          <a:p xmlns:a="http://schemas.openxmlformats.org/drawingml/2006/main">
            <a:pPr>
              <a:defRPr sz="1875" b="1">
                <a:solidFill>
                  <a:srgbClr val="111111"/>
                </a:solidFill>
                <a:latin typeface="Google Sans Flex"/>
                <a:ea typeface="Google Sans Flex"/>
                <a:cs typeface="Google Sans Flex"/>
              </a:defRPr>
            </a:pPr>
            <a:r>
              <a:rPr sz="1875" b="1">
                <a:solidFill>
                  <a:srgbClr val="111111"/>
                </a:solidFill>
                <a:latin typeface="Google Sans Flex"/>
                <a:ea typeface="Google Sans Flex"/>
                <a:cs typeface="Google Sans Flex"/>
              </a:rPr>
              <a:t>Wrong-location evidence is held for review</a:t>
            </a:r>
          </a:p>
        </p:txBody>
      </p:sp>
      <p:sp>
        <p:nvSpPr>
          <p:cNvPr id="116" name="quorum-rule">
            <a:extLst xmlns:a="http://schemas.openxmlformats.org/drawingml/2006/main">
              <a:ext uri="{FF2B5EF4-FFF2-40B4-BE49-F238E27FC236}">
                <a16:creationId xmlns:a16="http://schemas.microsoft.com/office/drawing/2014/main" id="{F8D8AB3E-2BAA-4863-AE5D-C04EA3832808}"/>
              </a:ext>
            </a:extLst>
          </p:cNvPr>
          <p:cNvSpPr>
            <a:spLocks xmlns:a="http://schemas.openxmlformats.org/drawingml/2006/main" noGrp="1"/>
          </p:cNvSpPr>
          <p:nvPr/>
        </p:nvSpPr>
        <p:spPr>
          <a:xfrm xmlns:a="http://schemas.openxmlformats.org/drawingml/2006/main">
            <a:off x="495300" y="3848100"/>
            <a:ext cx="815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Google Sans Flex"/>
                <a:ea typeface="Google Sans Flex"/>
                <a:cs typeface="Google Sans Flex"/>
              </a:defRPr>
            </a:defPPr>
            <a:lvl1pPr>
              <a:defRPr sz="1575">
                <a:solidFill>
                  <a:srgbClr val="111111"/>
                </a:solidFill>
                <a:latin typeface="Google Sans Flex"/>
                <a:ea typeface="Google Sans Flex"/>
                <a:cs typeface="Google Sans Flex"/>
              </a:defRPr>
            </a:lvl1pPr>
            <a:lvl2pPr>
              <a:defRPr sz="1575">
                <a:solidFill>
                  <a:srgbClr val="111111"/>
                </a:solidFill>
                <a:latin typeface="Google Sans Flex"/>
                <a:ea typeface="Google Sans Flex"/>
                <a:cs typeface="Google Sans Flex"/>
              </a:defRPr>
            </a:lvl2pPr>
            <a:lvl3pPr>
              <a:defRPr sz="1575">
                <a:solidFill>
                  <a:srgbClr val="111111"/>
                </a:solidFill>
                <a:latin typeface="Google Sans Flex"/>
                <a:ea typeface="Google Sans Flex"/>
                <a:cs typeface="Google Sans Flex"/>
              </a:defRPr>
            </a:lvl3pPr>
            <a:lvl4pPr>
              <a:defRPr sz="1575">
                <a:solidFill>
                  <a:srgbClr val="111111"/>
                </a:solidFill>
                <a:latin typeface="Google Sans Flex"/>
                <a:ea typeface="Google Sans Flex"/>
                <a:cs typeface="Google Sans Flex"/>
              </a:defRPr>
            </a:lvl4pPr>
            <a:lvl5pPr>
              <a:defRPr sz="1575">
                <a:solidFill>
                  <a:srgbClr val="111111"/>
                </a:solidFill>
                <a:latin typeface="Google Sans Flex"/>
                <a:ea typeface="Google Sans Flex"/>
                <a:cs typeface="Google Sans Flex"/>
              </a:defRPr>
            </a:lvl5pPr>
            <a:lvl6pPr>
              <a:defRPr sz="1575">
                <a:solidFill>
                  <a:srgbClr val="111111"/>
                </a:solidFill>
                <a:latin typeface="Google Sans Flex"/>
                <a:ea typeface="Google Sans Flex"/>
                <a:cs typeface="Google Sans Flex"/>
              </a:defRPr>
            </a:lvl6pPr>
            <a:lvl7pPr>
              <a:defRPr sz="1575">
                <a:solidFill>
                  <a:srgbClr val="111111"/>
                </a:solidFill>
                <a:latin typeface="Google Sans Flex"/>
                <a:ea typeface="Google Sans Flex"/>
                <a:cs typeface="Google Sans Flex"/>
              </a:defRPr>
            </a:lvl7pPr>
            <a:lvl8pPr>
              <a:defRPr sz="1575">
                <a:solidFill>
                  <a:srgbClr val="111111"/>
                </a:solidFill>
                <a:latin typeface="Google Sans Flex"/>
                <a:ea typeface="Google Sans Flex"/>
                <a:cs typeface="Google Sans Flex"/>
              </a:defRPr>
            </a:lvl8pPr>
            <a:lvl9pPr>
              <a:defRPr sz="1575">
                <a:solidFill>
                  <a:srgbClr val="111111"/>
                </a:solidFill>
                <a:latin typeface="Google Sans Flex"/>
                <a:ea typeface="Google Sans Flex"/>
                <a:cs typeface="Google Sans Flex"/>
              </a:defRPr>
            </a:lvl9pPr>
          </a:lstStyle>
          <a:p xmlns:a="http://schemas.openxmlformats.org/drawingml/2006/main">
            <a:pPr>
              <a:defRPr sz="1575">
                <a:solidFill>
                  <a:srgbClr val="111111"/>
                </a:solidFill>
                <a:latin typeface="Google Sans Flex"/>
                <a:ea typeface="Google Sans Flex"/>
                <a:cs typeface="Google Sans Flex"/>
              </a:defRPr>
            </a:pPr>
            <a:r>
              <a:rPr sz="1575">
                <a:solidFill>
                  <a:srgbClr val="111111"/>
                </a:solidFill>
                <a:latin typeface="Google Sans Flex"/>
                <a:ea typeface="Google Sans Flex"/>
                <a:cs typeface="Google Sans Flex"/>
              </a:rPr>
              <a:t>Only eligible citizens can verify or reopen. A written officer override stays visible. Silence never closes an issue.</a:t>
            </a:r>
          </a:p>
        </p:txBody>
      </p:sp>
    </p:spTree>
    <p:extLst>
      <p:ext uri="{BB962C8B-B14F-4D97-AF65-F5344CB8AC3E}">
        <p14:creationId xmlns:p14="http://schemas.microsoft.com/office/powerpoint/2010/main" val="15513346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0" name="Google Shape;100;p19">
            <a:extLst xmlns:a="http://schemas.openxmlformats.org/drawingml/2006/main">
              <a:ext uri="{FF2B5EF4-FFF2-40B4-BE49-F238E27FC236}">
                <a16:creationId xmlns:a16="http://schemas.microsoft.com/office/drawing/2014/main" id="{444944A4-E2ED-4D9C-A52E-A954E421DBA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a1a24bd4ec24600">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01" name="Google Shape;101;p19">
            <a:extLst xmlns:a="http://schemas.openxmlformats.org/drawingml/2006/main">
              <a:ext uri="{FF2B5EF4-FFF2-40B4-BE49-F238E27FC236}">
                <a16:creationId xmlns:a16="http://schemas.microsoft.com/office/drawing/2014/main" id="{28BB7EDA-795D-4AEC-80E6-67885C807B8B}"/>
              </a:ext>
            </a:extLst>
          </p:cNvPr>
          <p:cNvPicPr>
            <a:picLocks xmlns:a="http://schemas.openxmlformats.org/drawingml/2006/main" noChangeAspect="1"/>
          </p:cNvPicPr>
          <p:nvPr/>
        </p:nvPicPr>
        <p:blipFill>
          <a:blip xmlns:r="http://schemas.openxmlformats.org/officeDocument/2006/relationships" xmlns:a="http://schemas.openxmlformats.org/drawingml/2006/main" r:embed="Rc7dab1a826c94e09">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02" name="Google Shape;102;p19">
            <a:extLst xmlns:a="http://schemas.openxmlformats.org/drawingml/2006/main">
              <a:ext uri="{FF2B5EF4-FFF2-40B4-BE49-F238E27FC236}">
                <a16:creationId xmlns:a16="http://schemas.microsoft.com/office/drawing/2014/main" id="{D7740012-0244-46FB-A80C-C4EEEA80C0DD}"/>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3" name="Google Shape;103;p19">
            <a:extLst xmlns:a="http://schemas.openxmlformats.org/drawingml/2006/main">
              <a:ext uri="{FF2B5EF4-FFF2-40B4-BE49-F238E27FC236}">
                <a16:creationId xmlns:a16="http://schemas.microsoft.com/office/drawing/2014/main" id="{986009B2-947F-452E-A408-30B86457E6EE}"/>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Wireframes/Mock diagrams of the proposed solution (optional)</a:t>
            </a:r>
            <a:endParaRPr sz="1600">
              <a:latin typeface="Google Sans Flex Medium"/>
              <a:ea typeface="Google Sans Flex Medium"/>
              <a:cs typeface="Google Sans Flex Medium"/>
            </a:endParaRPr>
          </a:p>
        </p:txBody>
      </p:sp>
      <p:pic>
        <p:nvPicPr>
          <p:cNvPr id="104" name="">
            <a:extLst xmlns:a="http://schemas.openxmlformats.org/drawingml/2006/main">
              <a:ext uri="{FF2B5EF4-FFF2-40B4-BE49-F238E27FC236}">
                <a16:creationId xmlns:a16="http://schemas.microsoft.com/office/drawing/2014/main" id="{78374169-30F6-4B2F-A591-E84EE81CA0DE}"/>
              </a:ext>
            </a:extLst>
          </p:cNvPr>
          <p:cNvPicPr>
            <a:picLocks xmlns:a="http://schemas.openxmlformats.org/drawingml/2006/main" noChangeAspect="1"/>
          </p:cNvPicPr>
          <p:nvPr/>
        </p:nvPicPr>
        <p:blipFill>
          <a:blip xmlns:r="http://schemas.openxmlformats.org/officeDocument/2006/relationships" xmlns:a="http://schemas.openxmlformats.org/drawingml/2006/main" r:embed="R834525eb9d784dad"/>
          <a:stretch xmlns:a="http://schemas.openxmlformats.org/drawingml/2006/main"/>
        </p:blipFill>
        <p:spPr>
          <a:xfrm xmlns:a="http://schemas.openxmlformats.org/drawingml/2006/main">
            <a:off x="428625" y="1419037"/>
            <a:ext cx="4429125" cy="2972176"/>
          </a:xfrm>
          <a:prstGeom xmlns:a="http://schemas.openxmlformats.org/drawingml/2006/main" prst="rect">
            <a:avLst/>
          </a:prstGeom>
        </p:spPr>
      </p:pic>
      <p:sp>
        <p:nvSpPr>
          <p:cNvPr id="105" name="wireframe-label">
            <a:extLst xmlns:a="http://schemas.openxmlformats.org/drawingml/2006/main">
              <a:ext uri="{FF2B5EF4-FFF2-40B4-BE49-F238E27FC236}">
                <a16:creationId xmlns:a16="http://schemas.microsoft.com/office/drawing/2014/main" id="{3703BF85-8DA7-47CF-BF91-EE2C56F904AB}"/>
              </a:ext>
            </a:extLst>
          </p:cNvPr>
          <p:cNvSpPr>
            <a:spLocks xmlns:a="http://schemas.openxmlformats.org/drawingml/2006/main" noGrp="1"/>
          </p:cNvSpPr>
          <p:nvPr/>
        </p:nvSpPr>
        <p:spPr>
          <a:xfrm xmlns:a="http://schemas.openxmlformats.org/drawingml/2006/main">
            <a:off x="495300" y="45339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a:solidFill>
                  <a:srgbClr val="555555"/>
                </a:solidFill>
                <a:latin typeface="Google Sans Flex"/>
                <a:ea typeface="Google Sans Flex"/>
                <a:cs typeface="Google Sans Flex"/>
              </a:defRPr>
            </a:defPPr>
            <a:lvl1pPr>
              <a:defRPr sz="1125">
                <a:solidFill>
                  <a:srgbClr val="555555"/>
                </a:solidFill>
                <a:latin typeface="Google Sans Flex"/>
                <a:ea typeface="Google Sans Flex"/>
                <a:cs typeface="Google Sans Flex"/>
              </a:defRPr>
            </a:lvl1pPr>
            <a:lvl2pPr>
              <a:defRPr sz="1125">
                <a:solidFill>
                  <a:srgbClr val="555555"/>
                </a:solidFill>
                <a:latin typeface="Google Sans Flex"/>
                <a:ea typeface="Google Sans Flex"/>
                <a:cs typeface="Google Sans Flex"/>
              </a:defRPr>
            </a:lvl2pPr>
            <a:lvl3pPr>
              <a:defRPr sz="1125">
                <a:solidFill>
                  <a:srgbClr val="555555"/>
                </a:solidFill>
                <a:latin typeface="Google Sans Flex"/>
                <a:ea typeface="Google Sans Flex"/>
                <a:cs typeface="Google Sans Flex"/>
              </a:defRPr>
            </a:lvl3pPr>
            <a:lvl4pPr>
              <a:defRPr sz="1125">
                <a:solidFill>
                  <a:srgbClr val="555555"/>
                </a:solidFill>
                <a:latin typeface="Google Sans Flex"/>
                <a:ea typeface="Google Sans Flex"/>
                <a:cs typeface="Google Sans Flex"/>
              </a:defRPr>
            </a:lvl4pPr>
            <a:lvl5pPr>
              <a:defRPr sz="1125">
                <a:solidFill>
                  <a:srgbClr val="555555"/>
                </a:solidFill>
                <a:latin typeface="Google Sans Flex"/>
                <a:ea typeface="Google Sans Flex"/>
                <a:cs typeface="Google Sans Flex"/>
              </a:defRPr>
            </a:lvl5pPr>
            <a:lvl6pPr>
              <a:defRPr sz="1125">
                <a:solidFill>
                  <a:srgbClr val="555555"/>
                </a:solidFill>
                <a:latin typeface="Google Sans Flex"/>
                <a:ea typeface="Google Sans Flex"/>
                <a:cs typeface="Google Sans Flex"/>
              </a:defRPr>
            </a:lvl6pPr>
            <a:lvl7pPr>
              <a:defRPr sz="1125">
                <a:solidFill>
                  <a:srgbClr val="555555"/>
                </a:solidFill>
                <a:latin typeface="Google Sans Flex"/>
                <a:ea typeface="Google Sans Flex"/>
                <a:cs typeface="Google Sans Flex"/>
              </a:defRPr>
            </a:lvl7pPr>
            <a:lvl8pPr>
              <a:defRPr sz="1125">
                <a:solidFill>
                  <a:srgbClr val="555555"/>
                </a:solidFill>
                <a:latin typeface="Google Sans Flex"/>
                <a:ea typeface="Google Sans Flex"/>
                <a:cs typeface="Google Sans Flex"/>
              </a:defRPr>
            </a:lvl8pPr>
            <a:lvl9pPr>
              <a:defRPr sz="1125">
                <a:solidFill>
                  <a:srgbClr val="555555"/>
                </a:solidFill>
                <a:latin typeface="Google Sans Flex"/>
                <a:ea typeface="Google Sans Flex"/>
                <a:cs typeface="Google Sans Flex"/>
              </a:defRPr>
            </a:lvl9pPr>
          </a:lstStyle>
          <a:p xmlns:a="http://schemas.openxmlformats.org/drawingml/2006/main">
            <a:pPr>
              <a:defRPr sz="1125">
                <a:solidFill>
                  <a:srgbClr val="555555"/>
                </a:solidFill>
                <a:latin typeface="Google Sans Flex"/>
                <a:ea typeface="Google Sans Flex"/>
                <a:cs typeface="Google Sans Flex"/>
              </a:defRPr>
            </a:pPr>
            <a:r>
              <a:rPr sz="1125">
                <a:solidFill>
                  <a:srgbClr val="555555"/>
                </a:solidFill>
                <a:latin typeface="Google Sans Flex"/>
                <a:ea typeface="Google Sans Flex"/>
                <a:cs typeface="Google Sans Flex"/>
              </a:rPr>
              <a:t>Map diagram from actual geometry</a:t>
            </a:r>
          </a:p>
        </p:txBody>
      </p:sp>
      <p:sp>
        <p:nvSpPr>
          <p:cNvPr id="106" name="ledger-label">
            <a:extLst xmlns:a="http://schemas.openxmlformats.org/drawingml/2006/main">
              <a:ext uri="{FF2B5EF4-FFF2-40B4-BE49-F238E27FC236}">
                <a16:creationId xmlns:a16="http://schemas.microsoft.com/office/drawing/2014/main" id="{C674D357-4DFB-4D9E-A4C1-884D4E8DA6B8}"/>
              </a:ext>
            </a:extLst>
          </p:cNvPr>
          <p:cNvSpPr>
            <a:spLocks xmlns:a="http://schemas.openxmlformats.org/drawingml/2006/main" noGrp="1"/>
          </p:cNvSpPr>
          <p:nvPr/>
        </p:nvSpPr>
        <p:spPr>
          <a:xfrm xmlns:a="http://schemas.openxmlformats.org/drawingml/2006/main">
            <a:off x="5314950" y="146685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1111"/>
                </a:solidFill>
                <a:latin typeface="Google Sans Flex"/>
                <a:ea typeface="Google Sans Flex"/>
                <a:cs typeface="Google Sans Flex"/>
              </a:defRPr>
            </a:defPPr>
            <a:lvl1pPr>
              <a:defRPr sz="1875" b="1">
                <a:solidFill>
                  <a:srgbClr val="111111"/>
                </a:solidFill>
                <a:latin typeface="Google Sans Flex"/>
                <a:ea typeface="Google Sans Flex"/>
                <a:cs typeface="Google Sans Flex"/>
              </a:defRPr>
            </a:lvl1pPr>
            <a:lvl2pPr>
              <a:defRPr sz="1875" b="1">
                <a:solidFill>
                  <a:srgbClr val="111111"/>
                </a:solidFill>
                <a:latin typeface="Google Sans Flex"/>
                <a:ea typeface="Google Sans Flex"/>
                <a:cs typeface="Google Sans Flex"/>
              </a:defRPr>
            </a:lvl2pPr>
            <a:lvl3pPr>
              <a:defRPr sz="1875" b="1">
                <a:solidFill>
                  <a:srgbClr val="111111"/>
                </a:solidFill>
                <a:latin typeface="Google Sans Flex"/>
                <a:ea typeface="Google Sans Flex"/>
                <a:cs typeface="Google Sans Flex"/>
              </a:defRPr>
            </a:lvl3pPr>
            <a:lvl4pPr>
              <a:defRPr sz="1875" b="1">
                <a:solidFill>
                  <a:srgbClr val="111111"/>
                </a:solidFill>
                <a:latin typeface="Google Sans Flex"/>
                <a:ea typeface="Google Sans Flex"/>
                <a:cs typeface="Google Sans Flex"/>
              </a:defRPr>
            </a:lvl4pPr>
            <a:lvl5pPr>
              <a:defRPr sz="1875" b="1">
                <a:solidFill>
                  <a:srgbClr val="111111"/>
                </a:solidFill>
                <a:latin typeface="Google Sans Flex"/>
                <a:ea typeface="Google Sans Flex"/>
                <a:cs typeface="Google Sans Flex"/>
              </a:defRPr>
            </a:lvl5pPr>
            <a:lvl6pPr>
              <a:defRPr sz="1875" b="1">
                <a:solidFill>
                  <a:srgbClr val="111111"/>
                </a:solidFill>
                <a:latin typeface="Google Sans Flex"/>
                <a:ea typeface="Google Sans Flex"/>
                <a:cs typeface="Google Sans Flex"/>
              </a:defRPr>
            </a:lvl6pPr>
            <a:lvl7pPr>
              <a:defRPr sz="1875" b="1">
                <a:solidFill>
                  <a:srgbClr val="111111"/>
                </a:solidFill>
                <a:latin typeface="Google Sans Flex"/>
                <a:ea typeface="Google Sans Flex"/>
                <a:cs typeface="Google Sans Flex"/>
              </a:defRPr>
            </a:lvl7pPr>
            <a:lvl8pPr>
              <a:defRPr sz="1875" b="1">
                <a:solidFill>
                  <a:srgbClr val="111111"/>
                </a:solidFill>
                <a:latin typeface="Google Sans Flex"/>
                <a:ea typeface="Google Sans Flex"/>
                <a:cs typeface="Google Sans Flex"/>
              </a:defRPr>
            </a:lvl8pPr>
            <a:lvl9pPr>
              <a:defRPr sz="1875" b="1">
                <a:solidFill>
                  <a:srgbClr val="111111"/>
                </a:solidFill>
                <a:latin typeface="Google Sans Flex"/>
                <a:ea typeface="Google Sans Flex"/>
                <a:cs typeface="Google Sans Flex"/>
              </a:defRPr>
            </a:lvl9pPr>
          </a:lstStyle>
          <a:p xmlns:a="http://schemas.openxmlformats.org/drawingml/2006/main">
            <a:pPr>
              <a:defRPr sz="1875" b="1">
                <a:solidFill>
                  <a:srgbClr val="111111"/>
                </a:solidFill>
                <a:latin typeface="Google Sans Flex"/>
                <a:ea typeface="Google Sans Flex"/>
                <a:cs typeface="Google Sans Flex"/>
              </a:defRPr>
            </a:pPr>
            <a:r>
              <a:rPr sz="1875" b="1">
                <a:solidFill>
                  <a:srgbClr val="111111"/>
                </a:solidFill>
                <a:latin typeface="Google Sans Flex"/>
                <a:ea typeface="Google Sans Flex"/>
                <a:cs typeface="Google Sans Flex"/>
              </a:rPr>
              <a:t>Illustrative ledger</a:t>
            </a:r>
          </a:p>
        </p:txBody>
      </p:sp>
      <p:sp>
        <p:nvSpPr>
          <p:cNvPr id="107" name="claims">
            <a:extLst xmlns:a="http://schemas.openxmlformats.org/drawingml/2006/main">
              <a:ext uri="{FF2B5EF4-FFF2-40B4-BE49-F238E27FC236}">
                <a16:creationId xmlns:a16="http://schemas.microsoft.com/office/drawing/2014/main" id="{0DC10816-5459-449F-B24B-54772E5FCEBD}"/>
              </a:ext>
            </a:extLst>
          </p:cNvPr>
          <p:cNvSpPr>
            <a:spLocks xmlns:a="http://schemas.openxmlformats.org/drawingml/2006/main" noGrp="1"/>
          </p:cNvSpPr>
          <p:nvPr/>
        </p:nvSpPr>
        <p:spPr>
          <a:xfrm xmlns:a="http://schemas.openxmlformats.org/drawingml/2006/main">
            <a:off x="5314950" y="2000250"/>
            <a:ext cx="123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111111"/>
                </a:solidFill>
                <a:latin typeface="Google Sans Flex"/>
                <a:ea typeface="Google Sans Flex"/>
                <a:cs typeface="Google Sans Flex"/>
              </a:defRPr>
            </a:defPPr>
            <a:lvl1pPr>
              <a:defRPr sz="4050" b="1">
                <a:solidFill>
                  <a:srgbClr val="111111"/>
                </a:solidFill>
                <a:latin typeface="Google Sans Flex"/>
                <a:ea typeface="Google Sans Flex"/>
                <a:cs typeface="Google Sans Flex"/>
              </a:defRPr>
            </a:lvl1pPr>
            <a:lvl2pPr>
              <a:defRPr sz="4050" b="1">
                <a:solidFill>
                  <a:srgbClr val="111111"/>
                </a:solidFill>
                <a:latin typeface="Google Sans Flex"/>
                <a:ea typeface="Google Sans Flex"/>
                <a:cs typeface="Google Sans Flex"/>
              </a:defRPr>
            </a:lvl2pPr>
            <a:lvl3pPr>
              <a:defRPr sz="4050" b="1">
                <a:solidFill>
                  <a:srgbClr val="111111"/>
                </a:solidFill>
                <a:latin typeface="Google Sans Flex"/>
                <a:ea typeface="Google Sans Flex"/>
                <a:cs typeface="Google Sans Flex"/>
              </a:defRPr>
            </a:lvl3pPr>
            <a:lvl4pPr>
              <a:defRPr sz="4050" b="1">
                <a:solidFill>
                  <a:srgbClr val="111111"/>
                </a:solidFill>
                <a:latin typeface="Google Sans Flex"/>
                <a:ea typeface="Google Sans Flex"/>
                <a:cs typeface="Google Sans Flex"/>
              </a:defRPr>
            </a:lvl4pPr>
            <a:lvl5pPr>
              <a:defRPr sz="4050" b="1">
                <a:solidFill>
                  <a:srgbClr val="111111"/>
                </a:solidFill>
                <a:latin typeface="Google Sans Flex"/>
                <a:ea typeface="Google Sans Flex"/>
                <a:cs typeface="Google Sans Flex"/>
              </a:defRPr>
            </a:lvl5pPr>
            <a:lvl6pPr>
              <a:defRPr sz="4050" b="1">
                <a:solidFill>
                  <a:srgbClr val="111111"/>
                </a:solidFill>
                <a:latin typeface="Google Sans Flex"/>
                <a:ea typeface="Google Sans Flex"/>
                <a:cs typeface="Google Sans Flex"/>
              </a:defRPr>
            </a:lvl6pPr>
            <a:lvl7pPr>
              <a:defRPr sz="4050" b="1">
                <a:solidFill>
                  <a:srgbClr val="111111"/>
                </a:solidFill>
                <a:latin typeface="Google Sans Flex"/>
                <a:ea typeface="Google Sans Flex"/>
                <a:cs typeface="Google Sans Flex"/>
              </a:defRPr>
            </a:lvl7pPr>
            <a:lvl8pPr>
              <a:defRPr sz="4050" b="1">
                <a:solidFill>
                  <a:srgbClr val="111111"/>
                </a:solidFill>
                <a:latin typeface="Google Sans Flex"/>
                <a:ea typeface="Google Sans Flex"/>
                <a:cs typeface="Google Sans Flex"/>
              </a:defRPr>
            </a:lvl8pPr>
            <a:lvl9pPr>
              <a:defRPr sz="4050" b="1">
                <a:solidFill>
                  <a:srgbClr val="111111"/>
                </a:solidFill>
                <a:latin typeface="Google Sans Flex"/>
                <a:ea typeface="Google Sans Flex"/>
                <a:cs typeface="Google Sans Flex"/>
              </a:defRPr>
            </a:lvl9pPr>
          </a:lstStyle>
          <a:p xmlns:a="http://schemas.openxmlformats.org/drawingml/2006/main">
            <a:pPr>
              <a:defRPr sz="4050" b="1">
                <a:solidFill>
                  <a:srgbClr val="111111"/>
                </a:solidFill>
                <a:latin typeface="Google Sans Flex"/>
                <a:ea typeface="Google Sans Flex"/>
                <a:cs typeface="Google Sans Flex"/>
              </a:defRPr>
            </a:pPr>
            <a:r>
              <a:rPr sz="4050" b="1">
                <a:solidFill>
                  <a:srgbClr val="111111"/>
                </a:solidFill>
                <a:latin typeface="Google Sans Flex"/>
                <a:ea typeface="Google Sans Flex"/>
                <a:cs typeface="Google Sans Flex"/>
              </a:rPr>
              <a:t>100</a:t>
            </a:r>
          </a:p>
        </p:txBody>
      </p:sp>
      <p:sp>
        <p:nvSpPr>
          <p:cNvPr id="108" name="verified">
            <a:extLst xmlns:a="http://schemas.openxmlformats.org/drawingml/2006/main">
              <a:ext uri="{FF2B5EF4-FFF2-40B4-BE49-F238E27FC236}">
                <a16:creationId xmlns:a16="http://schemas.microsoft.com/office/drawing/2014/main" id="{EB7F5B76-0A44-43B5-A2F3-D505429BE403}"/>
              </a:ext>
            </a:extLst>
          </p:cNvPr>
          <p:cNvSpPr>
            <a:spLocks xmlns:a="http://schemas.openxmlformats.org/drawingml/2006/main" noGrp="1"/>
          </p:cNvSpPr>
          <p:nvPr/>
        </p:nvSpPr>
        <p:spPr>
          <a:xfrm xmlns:a="http://schemas.openxmlformats.org/drawingml/2006/main">
            <a:off x="7105650" y="2000250"/>
            <a:ext cx="1428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18704A"/>
                </a:solidFill>
                <a:latin typeface="Google Sans Flex"/>
                <a:ea typeface="Google Sans Flex"/>
                <a:cs typeface="Google Sans Flex"/>
              </a:defRPr>
            </a:defPPr>
            <a:lvl1pPr>
              <a:defRPr sz="4050" b="1">
                <a:solidFill>
                  <a:srgbClr val="18704A"/>
                </a:solidFill>
                <a:latin typeface="Google Sans Flex"/>
                <a:ea typeface="Google Sans Flex"/>
                <a:cs typeface="Google Sans Flex"/>
              </a:defRPr>
            </a:lvl1pPr>
            <a:lvl2pPr>
              <a:defRPr sz="4050" b="1">
                <a:solidFill>
                  <a:srgbClr val="18704A"/>
                </a:solidFill>
                <a:latin typeface="Google Sans Flex"/>
                <a:ea typeface="Google Sans Flex"/>
                <a:cs typeface="Google Sans Flex"/>
              </a:defRPr>
            </a:lvl2pPr>
            <a:lvl3pPr>
              <a:defRPr sz="4050" b="1">
                <a:solidFill>
                  <a:srgbClr val="18704A"/>
                </a:solidFill>
                <a:latin typeface="Google Sans Flex"/>
                <a:ea typeface="Google Sans Flex"/>
                <a:cs typeface="Google Sans Flex"/>
              </a:defRPr>
            </a:lvl3pPr>
            <a:lvl4pPr>
              <a:defRPr sz="4050" b="1">
                <a:solidFill>
                  <a:srgbClr val="18704A"/>
                </a:solidFill>
                <a:latin typeface="Google Sans Flex"/>
                <a:ea typeface="Google Sans Flex"/>
                <a:cs typeface="Google Sans Flex"/>
              </a:defRPr>
            </a:lvl4pPr>
            <a:lvl5pPr>
              <a:defRPr sz="4050" b="1">
                <a:solidFill>
                  <a:srgbClr val="18704A"/>
                </a:solidFill>
                <a:latin typeface="Google Sans Flex"/>
                <a:ea typeface="Google Sans Flex"/>
                <a:cs typeface="Google Sans Flex"/>
              </a:defRPr>
            </a:lvl5pPr>
            <a:lvl6pPr>
              <a:defRPr sz="4050" b="1">
                <a:solidFill>
                  <a:srgbClr val="18704A"/>
                </a:solidFill>
                <a:latin typeface="Google Sans Flex"/>
                <a:ea typeface="Google Sans Flex"/>
                <a:cs typeface="Google Sans Flex"/>
              </a:defRPr>
            </a:lvl6pPr>
            <a:lvl7pPr>
              <a:defRPr sz="4050" b="1">
                <a:solidFill>
                  <a:srgbClr val="18704A"/>
                </a:solidFill>
                <a:latin typeface="Google Sans Flex"/>
                <a:ea typeface="Google Sans Flex"/>
                <a:cs typeface="Google Sans Flex"/>
              </a:defRPr>
            </a:lvl7pPr>
            <a:lvl8pPr>
              <a:defRPr sz="4050" b="1">
                <a:solidFill>
                  <a:srgbClr val="18704A"/>
                </a:solidFill>
                <a:latin typeface="Google Sans Flex"/>
                <a:ea typeface="Google Sans Flex"/>
                <a:cs typeface="Google Sans Flex"/>
              </a:defRPr>
            </a:lvl8pPr>
            <a:lvl9pPr>
              <a:defRPr sz="4050" b="1">
                <a:solidFill>
                  <a:srgbClr val="18704A"/>
                </a:solidFill>
                <a:latin typeface="Google Sans Flex"/>
                <a:ea typeface="Google Sans Flex"/>
                <a:cs typeface="Google Sans Flex"/>
              </a:defRPr>
            </a:lvl9pPr>
          </a:lstStyle>
          <a:p xmlns:a="http://schemas.openxmlformats.org/drawingml/2006/main">
            <a:pPr>
              <a:defRPr sz="4050" b="1">
                <a:solidFill>
                  <a:srgbClr val="18704A"/>
                </a:solidFill>
                <a:latin typeface="Google Sans Flex"/>
                <a:ea typeface="Google Sans Flex"/>
                <a:cs typeface="Google Sans Flex"/>
              </a:defRPr>
            </a:pPr>
            <a:r>
              <a:rPr sz="4050" b="1">
                <a:solidFill>
                  <a:srgbClr val="18704A"/>
                </a:solidFill>
                <a:latin typeface="Google Sans Flex"/>
                <a:ea typeface="Google Sans Flex"/>
                <a:cs typeface="Google Sans Flex"/>
              </a:rPr>
              <a:t>50</a:t>
            </a:r>
          </a:p>
        </p:txBody>
      </p:sp>
      <p:sp>
        <p:nvSpPr>
          <p:cNvPr id="109" name="claims-label">
            <a:extLst xmlns:a="http://schemas.openxmlformats.org/drawingml/2006/main">
              <a:ext uri="{FF2B5EF4-FFF2-40B4-BE49-F238E27FC236}">
                <a16:creationId xmlns:a16="http://schemas.microsoft.com/office/drawing/2014/main" id="{138472FB-059E-4E9F-96E1-C1C7BEF87344}"/>
              </a:ext>
            </a:extLst>
          </p:cNvPr>
          <p:cNvSpPr>
            <a:spLocks xmlns:a="http://schemas.openxmlformats.org/drawingml/2006/main" noGrp="1"/>
          </p:cNvSpPr>
          <p:nvPr/>
        </p:nvSpPr>
        <p:spPr>
          <a:xfrm xmlns:a="http://schemas.openxmlformats.org/drawingml/2006/main">
            <a:off x="5314950" y="27051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Fixes claimed</a:t>
            </a:r>
          </a:p>
        </p:txBody>
      </p:sp>
      <p:sp>
        <p:nvSpPr>
          <p:cNvPr id="110" name="verified-label">
            <a:extLst xmlns:a="http://schemas.openxmlformats.org/drawingml/2006/main">
              <a:ext uri="{FF2B5EF4-FFF2-40B4-BE49-F238E27FC236}">
                <a16:creationId xmlns:a16="http://schemas.microsoft.com/office/drawing/2014/main" id="{BCD0972E-9504-40C8-A3D3-68C33EB0C6B3}"/>
              </a:ext>
            </a:extLst>
          </p:cNvPr>
          <p:cNvSpPr>
            <a:spLocks xmlns:a="http://schemas.openxmlformats.org/drawingml/2006/main" noGrp="1"/>
          </p:cNvSpPr>
          <p:nvPr/>
        </p:nvSpPr>
        <p:spPr>
          <a:xfrm xmlns:a="http://schemas.openxmlformats.org/drawingml/2006/main">
            <a:off x="7105650" y="270510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Citizen verified</a:t>
            </a:r>
          </a:p>
        </p:txBody>
      </p:sp>
      <p:sp>
        <p:nvSpPr>
          <p:cNvPr id="111" name="claims-bar">
            <a:extLst xmlns:a="http://schemas.openxmlformats.org/drawingml/2006/main">
              <a:ext uri="{FF2B5EF4-FFF2-40B4-BE49-F238E27FC236}">
                <a16:creationId xmlns:a16="http://schemas.microsoft.com/office/drawing/2014/main" id="{830E2439-28FD-4051-8713-5CC42D1C086B}"/>
              </a:ext>
            </a:extLst>
          </p:cNvPr>
          <p:cNvSpPr>
            <a:spLocks xmlns:a="http://schemas.openxmlformats.org/drawingml/2006/main" noGrp="1"/>
          </p:cNvSpPr>
          <p:nvPr/>
        </p:nvSpPr>
        <p:spPr>
          <a:xfrm xmlns:a="http://schemas.openxmlformats.org/drawingml/2006/main">
            <a:off x="5314950" y="3181350"/>
            <a:ext cx="3143250" cy="171450"/>
          </a:xfrm>
          <a:prstGeom xmlns:a="http://schemas.openxmlformats.org/drawingml/2006/main" prst="rect">
            <a:avLst/>
          </a:prstGeom>
          <a:solidFill xmlns:a="http://schemas.openxmlformats.org/drawingml/2006/main">
            <a:srgbClr val="D3D8D4"/>
          </a:solidFill>
          <a:ln xmlns:a="http://schemas.openxmlformats.org/drawingml/2006/main" w="9525">
            <a:solidFill>
              <a:srgbClr val="D3D8D4"/>
            </a:solidFill>
          </a:ln>
        </p:spPr>
      </p:sp>
      <p:sp>
        <p:nvSpPr>
          <p:cNvPr id="112" name="verified-bar">
            <a:extLst xmlns:a="http://schemas.openxmlformats.org/drawingml/2006/main">
              <a:ext uri="{FF2B5EF4-FFF2-40B4-BE49-F238E27FC236}">
                <a16:creationId xmlns:a16="http://schemas.microsoft.com/office/drawing/2014/main" id="{521278F5-6566-4FC1-A7A6-D6CE9C21B57C}"/>
              </a:ext>
            </a:extLst>
          </p:cNvPr>
          <p:cNvSpPr>
            <a:spLocks xmlns:a="http://schemas.openxmlformats.org/drawingml/2006/main" noGrp="1"/>
          </p:cNvSpPr>
          <p:nvPr/>
        </p:nvSpPr>
        <p:spPr>
          <a:xfrm xmlns:a="http://schemas.openxmlformats.org/drawingml/2006/main">
            <a:off x="5314950" y="3181350"/>
            <a:ext cx="1571625" cy="171450"/>
          </a:xfrm>
          <a:prstGeom xmlns:a="http://schemas.openxmlformats.org/drawingml/2006/main" prst="rect">
            <a:avLst/>
          </a:prstGeom>
          <a:solidFill xmlns:a="http://schemas.openxmlformats.org/drawingml/2006/main">
            <a:srgbClr val="18704A"/>
          </a:solidFill>
          <a:ln xmlns:a="http://schemas.openxmlformats.org/drawingml/2006/main" w="9525">
            <a:solidFill>
              <a:srgbClr val="18704A"/>
            </a:solidFill>
          </a:ln>
        </p:spPr>
      </p:sp>
      <p:sp>
        <p:nvSpPr>
          <p:cNvPr id="113" name="mock-notice">
            <a:extLst xmlns:a="http://schemas.openxmlformats.org/drawingml/2006/main">
              <a:ext uri="{FF2B5EF4-FFF2-40B4-BE49-F238E27FC236}">
                <a16:creationId xmlns:a16="http://schemas.microsoft.com/office/drawing/2014/main" id="{72B062BC-2902-42CF-9BED-D64DE3E1564A}"/>
              </a:ext>
            </a:extLst>
          </p:cNvPr>
          <p:cNvSpPr>
            <a:spLocks xmlns:a="http://schemas.openxmlformats.org/drawingml/2006/main" noGrp="1"/>
          </p:cNvSpPr>
          <p:nvPr/>
        </p:nvSpPr>
        <p:spPr>
          <a:xfrm xmlns:a="http://schemas.openxmlformats.org/drawingml/2006/main">
            <a:off x="5314950" y="37147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Scripted demo records</a:t>
            </a:r>
          </a:p>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Not measured city performance</a:t>
            </a:r>
          </a:p>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Not a product screenshot</a:t>
            </a:r>
          </a:p>
        </p:txBody>
      </p:sp>
    </p:spTree>
    <p:extLst>
      <p:ext uri="{BB962C8B-B14F-4D97-AF65-F5344CB8AC3E}">
        <p14:creationId xmlns:p14="http://schemas.microsoft.com/office/powerpoint/2010/main" val="16395542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8" name="Google Shape;108;p20">
            <a:extLst xmlns:a="http://schemas.openxmlformats.org/drawingml/2006/main">
              <a:ext uri="{FF2B5EF4-FFF2-40B4-BE49-F238E27FC236}">
                <a16:creationId xmlns:a16="http://schemas.microsoft.com/office/drawing/2014/main" id="{56FD6B09-9192-451E-AC04-95B34145CF6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faae3fbdcfd4f3e">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09" name="Google Shape;109;p20">
            <a:extLst xmlns:a="http://schemas.openxmlformats.org/drawingml/2006/main">
              <a:ext uri="{FF2B5EF4-FFF2-40B4-BE49-F238E27FC236}">
                <a16:creationId xmlns:a16="http://schemas.microsoft.com/office/drawing/2014/main" id="{5B21EFEC-3721-454C-B4B6-998661F21B82}"/>
              </a:ext>
            </a:extLst>
          </p:cNvPr>
          <p:cNvPicPr>
            <a:picLocks xmlns:a="http://schemas.openxmlformats.org/drawingml/2006/main" noChangeAspect="1"/>
          </p:cNvPicPr>
          <p:nvPr/>
        </p:nvPicPr>
        <p:blipFill>
          <a:blip xmlns:r="http://schemas.openxmlformats.org/officeDocument/2006/relationships" xmlns:a="http://schemas.openxmlformats.org/drawingml/2006/main" r:embed="R055dd3fe31c94c9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0" name="Google Shape;110;p20">
            <a:extLst xmlns:a="http://schemas.openxmlformats.org/drawingml/2006/main">
              <a:ext uri="{FF2B5EF4-FFF2-40B4-BE49-F238E27FC236}">
                <a16:creationId xmlns:a16="http://schemas.microsoft.com/office/drawing/2014/main" id="{90186A2B-BA21-422F-861F-6F9FB447023A}"/>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1" name="Google Shape;111;p20">
            <a:extLst xmlns:a="http://schemas.openxmlformats.org/drawingml/2006/main">
              <a:ext uri="{FF2B5EF4-FFF2-40B4-BE49-F238E27FC236}">
                <a16:creationId xmlns:a16="http://schemas.microsoft.com/office/drawing/2014/main" id="{38FAE5EB-7249-4864-9817-7CAEAD47638C}"/>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Architecture diagram of the proposed solution</a:t>
            </a:r>
            <a:endParaRPr sz="1600">
              <a:latin typeface="Google Sans Flex Medium"/>
              <a:ea typeface="Google Sans Flex Medium"/>
              <a:cs typeface="Google Sans Flex Medium"/>
            </a:endParaRPr>
          </a:p>
        </p:txBody>
      </p:sp>
      <p:sp>
        <p:nvSpPr>
          <p:cNvPr id="112" name="browser">
            <a:extLst xmlns:a="http://schemas.openxmlformats.org/drawingml/2006/main">
              <a:ext uri="{FF2B5EF4-FFF2-40B4-BE49-F238E27FC236}">
                <a16:creationId xmlns:a16="http://schemas.microsoft.com/office/drawing/2014/main" id="{28CE70F6-B7FE-472F-B61B-B340903BEB25}"/>
              </a:ext>
            </a:extLst>
          </p:cNvPr>
          <p:cNvSpPr>
            <a:spLocks xmlns:a="http://schemas.openxmlformats.org/drawingml/2006/main" noGrp="1"/>
          </p:cNvSpPr>
          <p:nvPr/>
        </p:nvSpPr>
        <p:spPr>
          <a:xfrm xmlns:a="http://schemas.openxmlformats.org/drawingml/2006/main">
            <a:off x="495300" y="1562100"/>
            <a:ext cx="21907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3" name="browser-label">
            <a:extLst xmlns:a="http://schemas.openxmlformats.org/drawingml/2006/main">
              <a:ext uri="{FF2B5EF4-FFF2-40B4-BE49-F238E27FC236}">
                <a16:creationId xmlns:a16="http://schemas.microsoft.com/office/drawing/2014/main" id="{C8199B84-F4D9-4051-873E-B6FC0973B954}"/>
              </a:ext>
            </a:extLst>
          </p:cNvPr>
          <p:cNvSpPr>
            <a:spLocks xmlns:a="http://schemas.openxmlformats.org/drawingml/2006/main" noGrp="1"/>
          </p:cNvSpPr>
          <p:nvPr/>
        </p:nvSpPr>
        <p:spPr>
          <a:xfrm xmlns:a="http://schemas.openxmlformats.org/drawingml/2006/main">
            <a:off x="609600" y="167640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Citizen / officer web</a:t>
            </a:r>
          </a:p>
        </p:txBody>
      </p:sp>
      <p:sp>
        <p:nvSpPr>
          <p:cNvPr id="114" name="browser-sub">
            <a:extLst xmlns:a="http://schemas.openxmlformats.org/drawingml/2006/main">
              <a:ext uri="{FF2B5EF4-FFF2-40B4-BE49-F238E27FC236}">
                <a16:creationId xmlns:a16="http://schemas.microsoft.com/office/drawing/2014/main" id="{B921DE50-26A6-4300-8659-E08CAD97100C}"/>
              </a:ext>
            </a:extLst>
          </p:cNvPr>
          <p:cNvSpPr>
            <a:spLocks xmlns:a="http://schemas.openxmlformats.org/drawingml/2006/main" noGrp="1"/>
          </p:cNvSpPr>
          <p:nvPr/>
        </p:nvSpPr>
        <p:spPr>
          <a:xfrm xmlns:a="http://schemas.openxmlformats.org/drawingml/2006/main">
            <a:off x="609600" y="2009775"/>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Firebase Hosting Spark</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Live device demo</a:t>
            </a:r>
          </a:p>
        </p:txBody>
      </p:sp>
      <p:sp>
        <p:nvSpPr>
          <p:cNvPr id="115" name="api">
            <a:extLst xmlns:a="http://schemas.openxmlformats.org/drawingml/2006/main">
              <a:ext uri="{FF2B5EF4-FFF2-40B4-BE49-F238E27FC236}">
                <a16:creationId xmlns:a16="http://schemas.microsoft.com/office/drawing/2014/main" id="{F89C9E85-CEAA-4918-877E-3954B0FC2E1A}"/>
              </a:ext>
            </a:extLst>
          </p:cNvPr>
          <p:cNvSpPr>
            <a:spLocks xmlns:a="http://schemas.openxmlformats.org/drawingml/2006/main" noGrp="1"/>
          </p:cNvSpPr>
          <p:nvPr/>
        </p:nvSpPr>
        <p:spPr>
          <a:xfrm xmlns:a="http://schemas.openxmlformats.org/drawingml/2006/main">
            <a:off x="3286125" y="1562100"/>
            <a:ext cx="2381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6" name="api-label">
            <a:extLst xmlns:a="http://schemas.openxmlformats.org/drawingml/2006/main">
              <a:ext uri="{FF2B5EF4-FFF2-40B4-BE49-F238E27FC236}">
                <a16:creationId xmlns:a16="http://schemas.microsoft.com/office/drawing/2014/main" id="{885DE5DE-920A-4917-912F-AB5B56F2DBDC}"/>
              </a:ext>
            </a:extLst>
          </p:cNvPr>
          <p:cNvSpPr>
            <a:spLocks xmlns:a="http://schemas.openxmlformats.org/drawingml/2006/main" noGrp="1"/>
          </p:cNvSpPr>
          <p:nvPr/>
        </p:nvSpPr>
        <p:spPr>
          <a:xfrm xmlns:a="http://schemas.openxmlformats.org/drawingml/2006/main">
            <a:off x="3400425" y="167640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Cloud Run API</a:t>
            </a:r>
          </a:p>
        </p:txBody>
      </p:sp>
      <p:sp>
        <p:nvSpPr>
          <p:cNvPr id="117" name="api-sub">
            <a:extLst xmlns:a="http://schemas.openxmlformats.org/drawingml/2006/main">
              <a:ext uri="{FF2B5EF4-FFF2-40B4-BE49-F238E27FC236}">
                <a16:creationId xmlns:a16="http://schemas.microsoft.com/office/drawing/2014/main" id="{A9BCA357-E2FD-45E1-9137-10D10016EE8C}"/>
              </a:ext>
            </a:extLst>
          </p:cNvPr>
          <p:cNvSpPr>
            <a:spLocks xmlns:a="http://schemas.openxmlformats.org/drawingml/2006/main" noGrp="1"/>
          </p:cNvSpPr>
          <p:nvPr/>
        </p:nvSpPr>
        <p:spPr>
          <a:xfrm xmlns:a="http://schemas.openxmlformats.org/drawingml/2006/main">
            <a:off x="3400425" y="2009775"/>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Hono + firebase-admin</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Not deployed</a:t>
            </a:r>
          </a:p>
        </p:txBody>
      </p:sp>
      <p:sp>
        <p:nvSpPr>
          <p:cNvPr id="118" name="data">
            <a:extLst xmlns:a="http://schemas.openxmlformats.org/drawingml/2006/main">
              <a:ext uri="{FF2B5EF4-FFF2-40B4-BE49-F238E27FC236}">
                <a16:creationId xmlns:a16="http://schemas.microsoft.com/office/drawing/2014/main" id="{8EE09A5C-1B48-4A6E-A68C-8A8BB8A0A574}"/>
              </a:ext>
            </a:extLst>
          </p:cNvPr>
          <p:cNvSpPr>
            <a:spLocks xmlns:a="http://schemas.openxmlformats.org/drawingml/2006/main" noGrp="1"/>
          </p:cNvSpPr>
          <p:nvPr/>
        </p:nvSpPr>
        <p:spPr>
          <a:xfrm xmlns:a="http://schemas.openxmlformats.org/drawingml/2006/main">
            <a:off x="6286500" y="1562100"/>
            <a:ext cx="23622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9" name="data-label">
            <a:extLst xmlns:a="http://schemas.openxmlformats.org/drawingml/2006/main">
              <a:ext uri="{FF2B5EF4-FFF2-40B4-BE49-F238E27FC236}">
                <a16:creationId xmlns:a16="http://schemas.microsoft.com/office/drawing/2014/main" id="{A3098F88-2D82-488E-8016-1D8C38D5CF6D}"/>
              </a:ext>
            </a:extLst>
          </p:cNvPr>
          <p:cNvSpPr>
            <a:spLocks xmlns:a="http://schemas.openxmlformats.org/drawingml/2006/main" noGrp="1"/>
          </p:cNvSpPr>
          <p:nvPr/>
        </p:nvSpPr>
        <p:spPr>
          <a:xfrm xmlns:a="http://schemas.openxmlformats.org/drawingml/2006/main">
            <a:off x="6400800" y="167640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Firestore + Storage</a:t>
            </a:r>
          </a:p>
        </p:txBody>
      </p:sp>
      <p:sp>
        <p:nvSpPr>
          <p:cNvPr id="120" name="data-sub">
            <a:extLst xmlns:a="http://schemas.openxmlformats.org/drawingml/2006/main">
              <a:ext uri="{FF2B5EF4-FFF2-40B4-BE49-F238E27FC236}">
                <a16:creationId xmlns:a16="http://schemas.microsoft.com/office/drawing/2014/main" id="{9031C5B6-223D-4E23-98A7-8588994E37CC}"/>
              </a:ext>
            </a:extLst>
          </p:cNvPr>
          <p:cNvSpPr>
            <a:spLocks xmlns:a="http://schemas.openxmlformats.org/drawingml/2006/main" noGrp="1"/>
          </p:cNvSpPr>
          <p:nvPr/>
        </p:nvSpPr>
        <p:spPr>
          <a:xfrm xmlns:a="http://schemas.openxmlformats.org/drawingml/2006/main">
            <a:off x="6400800" y="20097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Connected source only</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Not deployed</a:t>
            </a:r>
          </a:p>
        </p:txBody>
      </p:sp>
      <p:sp>
        <p:nvSpPr>
          <p:cNvPr id="121" name="">
            <a:extLst xmlns:a="http://schemas.openxmlformats.org/drawingml/2006/main">
              <a:ext uri="{FF2B5EF4-FFF2-40B4-BE49-F238E27FC236}">
                <a16:creationId xmlns:a16="http://schemas.microsoft.com/office/drawing/2014/main" id="{B03834EF-BB00-46B1-9DF8-D3F76E649D28}"/>
              </a:ext>
            </a:extLst>
          </p:cNvPr>
          <p:cNvSpPr>
            <a:spLocks xmlns:a="http://schemas.openxmlformats.org/drawingml/2006/main" noGrp="1"/>
          </p:cNvSpPr>
          <p:nvPr/>
        </p:nvSpPr>
        <p:spPr>
          <a:xfrm xmlns:a="http://schemas.openxmlformats.org/drawingml/2006/main">
            <a:off x="2800350" y="1895475"/>
            <a:ext cx="342900" cy="19050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22" name="">
            <a:extLst xmlns:a="http://schemas.openxmlformats.org/drawingml/2006/main">
              <a:ext uri="{FF2B5EF4-FFF2-40B4-BE49-F238E27FC236}">
                <a16:creationId xmlns:a16="http://schemas.microsoft.com/office/drawing/2014/main" id="{35B97591-4293-4482-97E9-3B1FD32E442A}"/>
              </a:ext>
            </a:extLst>
          </p:cNvPr>
          <p:cNvSpPr>
            <a:spLocks xmlns:a="http://schemas.openxmlformats.org/drawingml/2006/main" noGrp="1"/>
          </p:cNvSpPr>
          <p:nvPr/>
        </p:nvSpPr>
        <p:spPr>
          <a:xfrm xmlns:a="http://schemas.openxmlformats.org/drawingml/2006/main">
            <a:off x="5791200" y="1895475"/>
            <a:ext cx="342900" cy="19050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23" name="identity">
            <a:extLst xmlns:a="http://schemas.openxmlformats.org/drawingml/2006/main">
              <a:ext uri="{FF2B5EF4-FFF2-40B4-BE49-F238E27FC236}">
                <a16:creationId xmlns:a16="http://schemas.microsoft.com/office/drawing/2014/main" id="{5F793AAE-CC7C-4BDA-A759-6D33ED9786E1}"/>
              </a:ext>
            </a:extLst>
          </p:cNvPr>
          <p:cNvSpPr>
            <a:spLocks xmlns:a="http://schemas.openxmlformats.org/drawingml/2006/main" noGrp="1"/>
          </p:cNvSpPr>
          <p:nvPr/>
        </p:nvSpPr>
        <p:spPr>
          <a:xfrm xmlns:a="http://schemas.openxmlformats.org/drawingml/2006/main">
            <a:off x="495300" y="3114675"/>
            <a:ext cx="21907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24" name="identity-label">
            <a:extLst xmlns:a="http://schemas.openxmlformats.org/drawingml/2006/main">
              <a:ext uri="{FF2B5EF4-FFF2-40B4-BE49-F238E27FC236}">
                <a16:creationId xmlns:a16="http://schemas.microsoft.com/office/drawing/2014/main" id="{CFD01FFA-30B4-4723-B060-50F5954545B4}"/>
              </a:ext>
            </a:extLst>
          </p:cNvPr>
          <p:cNvSpPr>
            <a:spLocks xmlns:a="http://schemas.openxmlformats.org/drawingml/2006/main" noGrp="1"/>
          </p:cNvSpPr>
          <p:nvPr/>
        </p:nvSpPr>
        <p:spPr>
          <a:xfrm xmlns:a="http://schemas.openxmlformats.org/drawingml/2006/main">
            <a:off x="609600" y="3228975"/>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Firebase Auth</a:t>
            </a:r>
          </a:p>
        </p:txBody>
      </p:sp>
      <p:sp>
        <p:nvSpPr>
          <p:cNvPr id="125" name="identity-sub">
            <a:extLst xmlns:a="http://schemas.openxmlformats.org/drawingml/2006/main">
              <a:ext uri="{FF2B5EF4-FFF2-40B4-BE49-F238E27FC236}">
                <a16:creationId xmlns:a16="http://schemas.microsoft.com/office/drawing/2014/main" id="{F826B668-0B15-4737-A85D-FF222BD60B12}"/>
              </a:ext>
            </a:extLst>
          </p:cNvPr>
          <p:cNvSpPr>
            <a:spLocks xmlns:a="http://schemas.openxmlformats.org/drawingml/2006/main" noGrp="1"/>
          </p:cNvSpPr>
          <p:nvPr/>
        </p:nvSpPr>
        <p:spPr>
          <a:xfrm xmlns:a="http://schemas.openxmlformats.org/drawingml/2006/main">
            <a:off x="609600" y="3562350"/>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Connected identity path</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Unused by device demo</a:t>
            </a:r>
          </a:p>
        </p:txBody>
      </p:sp>
      <p:sp>
        <p:nvSpPr>
          <p:cNvPr id="126" name="ai">
            <a:extLst xmlns:a="http://schemas.openxmlformats.org/drawingml/2006/main">
              <a:ext uri="{FF2B5EF4-FFF2-40B4-BE49-F238E27FC236}">
                <a16:creationId xmlns:a16="http://schemas.microsoft.com/office/drawing/2014/main" id="{B02A1014-A870-44FC-A324-8B798282AF38}"/>
              </a:ext>
            </a:extLst>
          </p:cNvPr>
          <p:cNvSpPr>
            <a:spLocks xmlns:a="http://schemas.openxmlformats.org/drawingml/2006/main" noGrp="1"/>
          </p:cNvSpPr>
          <p:nvPr/>
        </p:nvSpPr>
        <p:spPr>
          <a:xfrm xmlns:a="http://schemas.openxmlformats.org/drawingml/2006/main">
            <a:off x="3286125" y="3114675"/>
            <a:ext cx="2381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27" name="ai-label">
            <a:extLst xmlns:a="http://schemas.openxmlformats.org/drawingml/2006/main">
              <a:ext uri="{FF2B5EF4-FFF2-40B4-BE49-F238E27FC236}">
                <a16:creationId xmlns:a16="http://schemas.microsoft.com/office/drawing/2014/main" id="{D3AD5BD1-CECB-46F5-8339-BABE881A3E4F}"/>
              </a:ext>
            </a:extLst>
          </p:cNvPr>
          <p:cNvSpPr>
            <a:spLocks xmlns:a="http://schemas.openxmlformats.org/drawingml/2006/main" noGrp="1"/>
          </p:cNvSpPr>
          <p:nvPr/>
        </p:nvSpPr>
        <p:spPr>
          <a:xfrm xmlns:a="http://schemas.openxmlformats.org/drawingml/2006/main">
            <a:off x="3400425" y="3228975"/>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Gemini on Vertex AI</a:t>
            </a:r>
          </a:p>
        </p:txBody>
      </p:sp>
      <p:sp>
        <p:nvSpPr>
          <p:cNvPr id="128" name="ai-sub">
            <a:extLst xmlns:a="http://schemas.openxmlformats.org/drawingml/2006/main">
              <a:ext uri="{FF2B5EF4-FFF2-40B4-BE49-F238E27FC236}">
                <a16:creationId xmlns:a16="http://schemas.microsoft.com/office/drawing/2014/main" id="{8B8109A3-73D9-4721-AC81-276D8EF96292}"/>
              </a:ext>
            </a:extLst>
          </p:cNvPr>
          <p:cNvSpPr>
            <a:spLocks xmlns:a="http://schemas.openxmlformats.org/drawingml/2006/main" noGrp="1"/>
          </p:cNvSpPr>
          <p:nvPr/>
        </p:nvSpPr>
        <p:spPr>
          <a:xfrm xmlns:a="http://schemas.openxmlformats.org/drawingml/2006/main">
            <a:off x="3400425" y="35623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Draft, select, observe</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No live invocation</a:t>
            </a:r>
          </a:p>
        </p:txBody>
      </p:sp>
      <p:sp>
        <p:nvSpPr>
          <p:cNvPr id="129" name="core">
            <a:extLst xmlns:a="http://schemas.openxmlformats.org/drawingml/2006/main">
              <a:ext uri="{FF2B5EF4-FFF2-40B4-BE49-F238E27FC236}">
                <a16:creationId xmlns:a16="http://schemas.microsoft.com/office/drawing/2014/main" id="{CCBC9B7C-E2DB-424A-ABCE-96B87553D77C}"/>
              </a:ext>
            </a:extLst>
          </p:cNvPr>
          <p:cNvSpPr>
            <a:spLocks xmlns:a="http://schemas.openxmlformats.org/drawingml/2006/main" noGrp="1"/>
          </p:cNvSpPr>
          <p:nvPr/>
        </p:nvSpPr>
        <p:spPr>
          <a:xfrm xmlns:a="http://schemas.openxmlformats.org/drawingml/2006/main">
            <a:off x="6286500" y="3114675"/>
            <a:ext cx="23622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30" name="core-label">
            <a:extLst xmlns:a="http://schemas.openxmlformats.org/drawingml/2006/main">
              <a:ext uri="{FF2B5EF4-FFF2-40B4-BE49-F238E27FC236}">
                <a16:creationId xmlns:a16="http://schemas.microsoft.com/office/drawing/2014/main" id="{8E45AB22-7170-4B3A-B716-AD21DAC9ED15}"/>
              </a:ext>
            </a:extLst>
          </p:cNvPr>
          <p:cNvSpPr>
            <a:spLocks xmlns:a="http://schemas.openxmlformats.org/drawingml/2006/main" noGrp="1"/>
          </p:cNvSpPr>
          <p:nvPr/>
        </p:nvSpPr>
        <p:spPr>
          <a:xfrm xmlns:a="http://schemas.openxmlformats.org/drawingml/2006/main">
            <a:off x="6400800" y="322897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Deterministic core</a:t>
            </a:r>
          </a:p>
        </p:txBody>
      </p:sp>
      <p:sp>
        <p:nvSpPr>
          <p:cNvPr id="131" name="core-sub">
            <a:extLst xmlns:a="http://schemas.openxmlformats.org/drawingml/2006/main">
              <a:ext uri="{FF2B5EF4-FFF2-40B4-BE49-F238E27FC236}">
                <a16:creationId xmlns:a16="http://schemas.microsoft.com/office/drawing/2014/main" id="{39EA673E-512B-4C8C-85DE-DF0F3FAE272A}"/>
              </a:ext>
            </a:extLst>
          </p:cNvPr>
          <p:cNvSpPr>
            <a:spLocks xmlns:a="http://schemas.openxmlformats.org/drawingml/2006/main" noGrp="1"/>
          </p:cNvSpPr>
          <p:nvPr/>
        </p:nvSpPr>
        <p:spPr>
          <a:xfrm xmlns:a="http://schemas.openxmlformats.org/drawingml/2006/main">
            <a:off x="6400800" y="3562350"/>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Rules + verifiers in source</a:t>
            </a:r>
          </a:p>
        </p:txBody>
      </p:sp>
      <p:sp>
        <p:nvSpPr>
          <p:cNvPr id="132" name="">
            <a:extLst xmlns:a="http://schemas.openxmlformats.org/drawingml/2006/main">
              <a:ext uri="{FF2B5EF4-FFF2-40B4-BE49-F238E27FC236}">
                <a16:creationId xmlns:a16="http://schemas.microsoft.com/office/drawing/2014/main" id="{299EC24A-352C-46D2-A1C9-0488701BA491}"/>
              </a:ext>
            </a:extLst>
          </p:cNvPr>
          <p:cNvSpPr>
            <a:spLocks xmlns:a="http://schemas.openxmlformats.org/drawingml/2006/main" noGrp="1"/>
          </p:cNvSpPr>
          <p:nvPr/>
        </p:nvSpPr>
        <p:spPr>
          <a:xfrm xmlns:a="http://schemas.openxmlformats.org/drawingml/2006/main">
            <a:off x="1476375" y="2647950"/>
            <a:ext cx="190500" cy="285750"/>
          </a:xfrm>
          <a:prstGeom xmlns:a="http://schemas.openxmlformats.org/drawingml/2006/main" prst="upArrow">
            <a:avLst/>
          </a:prstGeom>
          <a:solidFill xmlns:a="http://schemas.openxmlformats.org/drawingml/2006/main">
            <a:srgbClr val="111111"/>
          </a:solidFill>
          <a:ln xmlns:a="http://schemas.openxmlformats.org/drawingml/2006/main" w="0">
            <a:solidFill>
              <a:srgbClr val="111111"/>
            </a:solidFill>
          </a:ln>
        </p:spPr>
      </p:sp>
      <p:sp>
        <p:nvSpPr>
          <p:cNvPr id="133" name="">
            <a:extLst xmlns:a="http://schemas.openxmlformats.org/drawingml/2006/main">
              <a:ext uri="{FF2B5EF4-FFF2-40B4-BE49-F238E27FC236}">
                <a16:creationId xmlns:a16="http://schemas.microsoft.com/office/drawing/2014/main" id="{22615A8C-2FDC-47C0-B8D2-11F978B66443}"/>
              </a:ext>
            </a:extLst>
          </p:cNvPr>
          <p:cNvSpPr>
            <a:spLocks xmlns:a="http://schemas.openxmlformats.org/drawingml/2006/main" noGrp="1"/>
          </p:cNvSpPr>
          <p:nvPr/>
        </p:nvSpPr>
        <p:spPr>
          <a:xfrm xmlns:a="http://schemas.openxmlformats.org/drawingml/2006/main">
            <a:off x="4381500" y="2647950"/>
            <a:ext cx="190500" cy="285750"/>
          </a:xfrm>
          <a:prstGeom xmlns:a="http://schemas.openxmlformats.org/drawingml/2006/main" prst="downArrow">
            <a:avLst/>
          </a:prstGeom>
          <a:solidFill xmlns:a="http://schemas.openxmlformats.org/drawingml/2006/main">
            <a:srgbClr val="111111"/>
          </a:solidFill>
          <a:ln xmlns:a="http://schemas.openxmlformats.org/drawingml/2006/main" w="0">
            <a:solidFill>
              <a:srgbClr val="111111"/>
            </a:solidFill>
          </a:ln>
        </p:spPr>
      </p:sp>
      <p:sp>
        <p:nvSpPr>
          <p:cNvPr id="134" name="architecture-note">
            <a:extLst xmlns:a="http://schemas.openxmlformats.org/drawingml/2006/main">
              <a:ext uri="{FF2B5EF4-FFF2-40B4-BE49-F238E27FC236}">
                <a16:creationId xmlns:a16="http://schemas.microsoft.com/office/drawing/2014/main" id="{6F622863-1638-4FFC-B6FB-FB7DED082333}"/>
              </a:ext>
            </a:extLst>
          </p:cNvPr>
          <p:cNvSpPr>
            <a:spLocks xmlns:a="http://schemas.openxmlformats.org/drawingml/2006/main" noGrp="1"/>
          </p:cNvSpPr>
          <p:nvPr/>
        </p:nvSpPr>
        <p:spPr>
          <a:xfrm xmlns:a="http://schemas.openxmlformats.org/drawingml/2006/main">
            <a:off x="495300" y="4248150"/>
            <a:ext cx="8153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Live: Firebase Hosting Spark frontend only. Backend and Gemini are unavailable.</a:t>
            </a:r>
          </a:p>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Target: API writes, schema checks, one repair retry, then a safe fallback.</a:t>
            </a:r>
          </a:p>
        </p:txBody>
      </p:sp>
    </p:spTree>
    <p:extLst>
      <p:ext uri="{BB962C8B-B14F-4D97-AF65-F5344CB8AC3E}">
        <p14:creationId xmlns:p14="http://schemas.microsoft.com/office/powerpoint/2010/main" val="152608583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6" name="Google Shape;116;p21">
            <a:extLst xmlns:a="http://schemas.openxmlformats.org/drawingml/2006/main">
              <a:ext uri="{FF2B5EF4-FFF2-40B4-BE49-F238E27FC236}">
                <a16:creationId xmlns:a16="http://schemas.microsoft.com/office/drawing/2014/main" id="{CAC16689-68A7-45AE-9F3E-D754F21D7C9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c0003ef117c4963">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17" name="Google Shape;117;p21">
            <a:extLst xmlns:a="http://schemas.openxmlformats.org/drawingml/2006/main">
              <a:ext uri="{FF2B5EF4-FFF2-40B4-BE49-F238E27FC236}">
                <a16:creationId xmlns:a16="http://schemas.microsoft.com/office/drawing/2014/main" id="{6C67EA1D-53E8-4362-9376-68F1F431FA54}"/>
              </a:ext>
            </a:extLst>
          </p:cNvPr>
          <p:cNvPicPr>
            <a:picLocks xmlns:a="http://schemas.openxmlformats.org/drawingml/2006/main" noChangeAspect="1"/>
          </p:cNvPicPr>
          <p:nvPr/>
        </p:nvPicPr>
        <p:blipFill>
          <a:blip xmlns:r="http://schemas.openxmlformats.org/officeDocument/2006/relationships" xmlns:a="http://schemas.openxmlformats.org/drawingml/2006/main" r:embed="R03b18c8140804dd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8" name="Google Shape;118;p21">
            <a:extLst xmlns:a="http://schemas.openxmlformats.org/drawingml/2006/main">
              <a:ext uri="{FF2B5EF4-FFF2-40B4-BE49-F238E27FC236}">
                <a16:creationId xmlns:a16="http://schemas.microsoft.com/office/drawing/2014/main" id="{DE6C1D52-A35A-4267-859D-00C6808C52A5}"/>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9" name="Google Shape;119;p21">
            <a:extLst xmlns:a="http://schemas.openxmlformats.org/drawingml/2006/main">
              <a:ext uri="{FF2B5EF4-FFF2-40B4-BE49-F238E27FC236}">
                <a16:creationId xmlns:a16="http://schemas.microsoft.com/office/drawing/2014/main" id="{3DBC38AE-2397-4453-9C1F-912C444E243E}"/>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Technologies to be used in the solution</a:t>
            </a:r>
            <a:endParaRPr sz="1600">
              <a:latin typeface="Google Sans Flex Medium"/>
              <a:ea typeface="Google Sans Flex Medium"/>
              <a:cs typeface="Google Sans Flex Medium"/>
            </a:endParaRPr>
          </a:p>
        </p:txBody>
      </p:sp>
      <p:sp>
        <p:nvSpPr>
          <p:cNvPr id="120" name="tech-a-0">
            <a:extLst xmlns:a="http://schemas.openxmlformats.org/drawingml/2006/main">
              <a:ext uri="{FF2B5EF4-FFF2-40B4-BE49-F238E27FC236}">
                <a16:creationId xmlns:a16="http://schemas.microsoft.com/office/drawing/2014/main" id="{395CFEE1-80D5-4EB9-9F28-A6BC4172A0CF}"/>
              </a:ext>
            </a:extLst>
          </p:cNvPr>
          <p:cNvSpPr>
            <a:spLocks xmlns:a="http://schemas.openxmlformats.org/drawingml/2006/main" noGrp="1"/>
          </p:cNvSpPr>
          <p:nvPr/>
        </p:nvSpPr>
        <p:spPr>
          <a:xfrm xmlns:a="http://schemas.openxmlformats.org/drawingml/2006/main">
            <a:off x="495300" y="14382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Interface</a:t>
            </a:r>
          </a:p>
        </p:txBody>
      </p:sp>
      <p:sp>
        <p:nvSpPr>
          <p:cNvPr id="121" name="tech-b-0">
            <a:extLst xmlns:a="http://schemas.openxmlformats.org/drawingml/2006/main">
              <a:ext uri="{FF2B5EF4-FFF2-40B4-BE49-F238E27FC236}">
                <a16:creationId xmlns:a16="http://schemas.microsoft.com/office/drawing/2014/main" id="{54984743-A8F5-4826-B14B-26964DE293E6}"/>
              </a:ext>
            </a:extLst>
          </p:cNvPr>
          <p:cNvSpPr>
            <a:spLocks xmlns:a="http://schemas.openxmlformats.org/drawingml/2006/main" noGrp="1"/>
          </p:cNvSpPr>
          <p:nvPr/>
        </p:nvSpPr>
        <p:spPr>
          <a:xfrm xmlns:a="http://schemas.openxmlformats.org/drawingml/2006/main">
            <a:off x="2495550" y="143827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React 19, TypeScript, Vite, Tailwind, Motion, MapLibre</a:t>
            </a:r>
          </a:p>
        </p:txBody>
      </p:sp>
      <p:sp>
        <p:nvSpPr>
          <p:cNvPr id="122" name="tech-line-0">
            <a:extLst xmlns:a="http://schemas.openxmlformats.org/drawingml/2006/main">
              <a:ext uri="{FF2B5EF4-FFF2-40B4-BE49-F238E27FC236}">
                <a16:creationId xmlns:a16="http://schemas.microsoft.com/office/drawing/2014/main" id="{45F141E2-306E-4E62-819C-46CCFE24CC47}"/>
              </a:ext>
            </a:extLst>
          </p:cNvPr>
          <p:cNvSpPr>
            <a:spLocks xmlns:a="http://schemas.openxmlformats.org/drawingml/2006/main" noGrp="1"/>
          </p:cNvSpPr>
          <p:nvPr/>
        </p:nvSpPr>
        <p:spPr>
          <a:xfrm xmlns:a="http://schemas.openxmlformats.org/drawingml/2006/main">
            <a:off x="495300" y="183832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3" name="tech-a-1">
            <a:extLst xmlns:a="http://schemas.openxmlformats.org/drawingml/2006/main">
              <a:ext uri="{FF2B5EF4-FFF2-40B4-BE49-F238E27FC236}">
                <a16:creationId xmlns:a16="http://schemas.microsoft.com/office/drawing/2014/main" id="{A8B4F7BF-BC4C-4183-8616-8AB424D201BF}"/>
              </a:ext>
            </a:extLst>
          </p:cNvPr>
          <p:cNvSpPr>
            <a:spLocks xmlns:a="http://schemas.openxmlformats.org/drawingml/2006/main" noGrp="1"/>
          </p:cNvSpPr>
          <p:nvPr/>
        </p:nvSpPr>
        <p:spPr>
          <a:xfrm xmlns:a="http://schemas.openxmlformats.org/drawingml/2006/main">
            <a:off x="495300" y="194310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Google services</a:t>
            </a:r>
          </a:p>
        </p:txBody>
      </p:sp>
      <p:sp>
        <p:nvSpPr>
          <p:cNvPr id="124" name="tech-b-1">
            <a:extLst xmlns:a="http://schemas.openxmlformats.org/drawingml/2006/main">
              <a:ext uri="{FF2B5EF4-FFF2-40B4-BE49-F238E27FC236}">
                <a16:creationId xmlns:a16="http://schemas.microsoft.com/office/drawing/2014/main" id="{1ED27613-6C58-4F65-9656-D8F808F2DF8F}"/>
              </a:ext>
            </a:extLst>
          </p:cNvPr>
          <p:cNvSpPr>
            <a:spLocks xmlns:a="http://schemas.openxmlformats.org/drawingml/2006/main" noGrp="1"/>
          </p:cNvSpPr>
          <p:nvPr/>
        </p:nvSpPr>
        <p:spPr>
          <a:xfrm xmlns:a="http://schemas.openxmlformats.org/drawingml/2006/main">
            <a:off x="2495550" y="194310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Firebase Hosting Spark is live. Connected services are source only.</a:t>
            </a:r>
          </a:p>
        </p:txBody>
      </p:sp>
      <p:sp>
        <p:nvSpPr>
          <p:cNvPr id="125" name="tech-line-1">
            <a:extLst xmlns:a="http://schemas.openxmlformats.org/drawingml/2006/main">
              <a:ext uri="{FF2B5EF4-FFF2-40B4-BE49-F238E27FC236}">
                <a16:creationId xmlns:a16="http://schemas.microsoft.com/office/drawing/2014/main" id="{FAAE2AAF-893E-4EF5-BD21-E7BCEEBB860F}"/>
              </a:ext>
            </a:extLst>
          </p:cNvPr>
          <p:cNvSpPr>
            <a:spLocks xmlns:a="http://schemas.openxmlformats.org/drawingml/2006/main" noGrp="1"/>
          </p:cNvSpPr>
          <p:nvPr/>
        </p:nvSpPr>
        <p:spPr>
          <a:xfrm xmlns:a="http://schemas.openxmlformats.org/drawingml/2006/main">
            <a:off x="495300" y="234315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6" name="tech-a-2">
            <a:extLst xmlns:a="http://schemas.openxmlformats.org/drawingml/2006/main">
              <a:ext uri="{FF2B5EF4-FFF2-40B4-BE49-F238E27FC236}">
                <a16:creationId xmlns:a16="http://schemas.microsoft.com/office/drawing/2014/main" id="{55DAD48F-EE52-4CB0-9687-B595F95217B6}"/>
              </a:ext>
            </a:extLst>
          </p:cNvPr>
          <p:cNvSpPr>
            <a:spLocks xmlns:a="http://schemas.openxmlformats.org/drawingml/2006/main" noGrp="1"/>
          </p:cNvSpPr>
          <p:nvPr/>
        </p:nvSpPr>
        <p:spPr>
          <a:xfrm xmlns:a="http://schemas.openxmlformats.org/drawingml/2006/main">
            <a:off x="495300" y="24479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AI integration</a:t>
            </a:r>
          </a:p>
        </p:txBody>
      </p:sp>
      <p:sp>
        <p:nvSpPr>
          <p:cNvPr id="127" name="tech-b-2">
            <a:extLst xmlns:a="http://schemas.openxmlformats.org/drawingml/2006/main">
              <a:ext uri="{FF2B5EF4-FFF2-40B4-BE49-F238E27FC236}">
                <a16:creationId xmlns:a16="http://schemas.microsoft.com/office/drawing/2014/main" id="{0F5BFE32-40A1-440F-A94D-786F647A42A1}"/>
              </a:ext>
            </a:extLst>
          </p:cNvPr>
          <p:cNvSpPr>
            <a:spLocks xmlns:a="http://schemas.openxmlformats.org/drawingml/2006/main" noGrp="1"/>
          </p:cNvSpPr>
          <p:nvPr/>
        </p:nvSpPr>
        <p:spPr>
          <a:xfrm xmlns:a="http://schemas.openxmlformats.org/drawingml/2006/main">
            <a:off x="2495550" y="244792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Gemini on Vertex AI + verifiers in source. Live AI unavailable.</a:t>
            </a:r>
          </a:p>
        </p:txBody>
      </p:sp>
      <p:sp>
        <p:nvSpPr>
          <p:cNvPr id="128" name="tech-line-2">
            <a:extLst xmlns:a="http://schemas.openxmlformats.org/drawingml/2006/main">
              <a:ext uri="{FF2B5EF4-FFF2-40B4-BE49-F238E27FC236}">
                <a16:creationId xmlns:a16="http://schemas.microsoft.com/office/drawing/2014/main" id="{C13E68D2-5C56-404C-82B8-BEF1B73F7DD4}"/>
              </a:ext>
            </a:extLst>
          </p:cNvPr>
          <p:cNvSpPr>
            <a:spLocks xmlns:a="http://schemas.openxmlformats.org/drawingml/2006/main" noGrp="1"/>
          </p:cNvSpPr>
          <p:nvPr/>
        </p:nvSpPr>
        <p:spPr>
          <a:xfrm xmlns:a="http://schemas.openxmlformats.org/drawingml/2006/main">
            <a:off x="495300" y="284797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9" name="tech-a-3">
            <a:extLst xmlns:a="http://schemas.openxmlformats.org/drawingml/2006/main">
              <a:ext uri="{FF2B5EF4-FFF2-40B4-BE49-F238E27FC236}">
                <a16:creationId xmlns:a16="http://schemas.microsoft.com/office/drawing/2014/main" id="{17BA6CDC-37E3-4A1B-B1D0-C4CE7A70A1AB}"/>
              </a:ext>
            </a:extLst>
          </p:cNvPr>
          <p:cNvSpPr>
            <a:spLocks xmlns:a="http://schemas.openxmlformats.org/drawingml/2006/main" noGrp="1"/>
          </p:cNvSpPr>
          <p:nvPr/>
        </p:nvSpPr>
        <p:spPr>
          <a:xfrm xmlns:a="http://schemas.openxmlformats.org/drawingml/2006/main">
            <a:off x="495300" y="29527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API and domain</a:t>
            </a:r>
          </a:p>
        </p:txBody>
      </p:sp>
      <p:sp>
        <p:nvSpPr>
          <p:cNvPr id="130" name="tech-b-3">
            <a:extLst xmlns:a="http://schemas.openxmlformats.org/drawingml/2006/main">
              <a:ext uri="{FF2B5EF4-FFF2-40B4-BE49-F238E27FC236}">
                <a16:creationId xmlns:a16="http://schemas.microsoft.com/office/drawing/2014/main" id="{EBCD018D-0282-4EC9-A80D-8A67D808762E}"/>
              </a:ext>
            </a:extLst>
          </p:cNvPr>
          <p:cNvSpPr>
            <a:spLocks xmlns:a="http://schemas.openxmlformats.org/drawingml/2006/main" noGrp="1"/>
          </p:cNvSpPr>
          <p:nvPr/>
        </p:nvSpPr>
        <p:spPr>
          <a:xfrm xmlns:a="http://schemas.openxmlformats.org/drawingml/2006/main">
            <a:off x="2495550" y="295275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Node.js, Hono, firebase-admin, shared deterministic rules</a:t>
            </a:r>
          </a:p>
        </p:txBody>
      </p:sp>
      <p:sp>
        <p:nvSpPr>
          <p:cNvPr id="131" name="tech-line-3">
            <a:extLst xmlns:a="http://schemas.openxmlformats.org/drawingml/2006/main">
              <a:ext uri="{FF2B5EF4-FFF2-40B4-BE49-F238E27FC236}">
                <a16:creationId xmlns:a16="http://schemas.microsoft.com/office/drawing/2014/main" id="{AD799034-C3BA-42FC-887E-E05161F6BB2A}"/>
              </a:ext>
            </a:extLst>
          </p:cNvPr>
          <p:cNvSpPr>
            <a:spLocks xmlns:a="http://schemas.openxmlformats.org/drawingml/2006/main" noGrp="1"/>
          </p:cNvSpPr>
          <p:nvPr/>
        </p:nvSpPr>
        <p:spPr>
          <a:xfrm xmlns:a="http://schemas.openxmlformats.org/drawingml/2006/main">
            <a:off x="495300" y="335280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2" name="tech-a-4">
            <a:extLst xmlns:a="http://schemas.openxmlformats.org/drawingml/2006/main">
              <a:ext uri="{FF2B5EF4-FFF2-40B4-BE49-F238E27FC236}">
                <a16:creationId xmlns:a16="http://schemas.microsoft.com/office/drawing/2014/main" id="{AE19FE5D-6D87-4742-9AAA-F5F941DB8F74}"/>
              </a:ext>
            </a:extLst>
          </p:cNvPr>
          <p:cNvSpPr>
            <a:spLocks xmlns:a="http://schemas.openxmlformats.org/drawingml/2006/main" noGrp="1"/>
          </p:cNvSpPr>
          <p:nvPr/>
        </p:nvSpPr>
        <p:spPr>
          <a:xfrm xmlns:a="http://schemas.openxmlformats.org/drawingml/2006/main">
            <a:off x="495300" y="34575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Privacy</a:t>
            </a:r>
          </a:p>
        </p:txBody>
      </p:sp>
      <p:sp>
        <p:nvSpPr>
          <p:cNvPr id="133" name="tech-b-4">
            <a:extLst xmlns:a="http://schemas.openxmlformats.org/drawingml/2006/main">
              <a:ext uri="{FF2B5EF4-FFF2-40B4-BE49-F238E27FC236}">
                <a16:creationId xmlns:a16="http://schemas.microsoft.com/office/drawing/2014/main" id="{C46B57DD-4A1D-4B09-9C6B-E6BFDDBC042B}"/>
              </a:ext>
            </a:extLst>
          </p:cNvPr>
          <p:cNvSpPr>
            <a:spLocks xmlns:a="http://schemas.openxmlformats.org/drawingml/2006/main" noGrp="1"/>
          </p:cNvSpPr>
          <p:nvPr/>
        </p:nvSpPr>
        <p:spPr>
          <a:xfrm xmlns:a="http://schemas.openxmlformats.org/drawingml/2006/main">
            <a:off x="2495550" y="345757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API-only writes, EXIF removal, PII scrub, private citizen audio</a:t>
            </a:r>
          </a:p>
        </p:txBody>
      </p:sp>
      <p:sp>
        <p:nvSpPr>
          <p:cNvPr id="134" name="tech-line-4">
            <a:extLst xmlns:a="http://schemas.openxmlformats.org/drawingml/2006/main">
              <a:ext uri="{FF2B5EF4-FFF2-40B4-BE49-F238E27FC236}">
                <a16:creationId xmlns:a16="http://schemas.microsoft.com/office/drawing/2014/main" id="{5F75172B-0CD2-421D-84D0-435FECF21614}"/>
              </a:ext>
            </a:extLst>
          </p:cNvPr>
          <p:cNvSpPr>
            <a:spLocks xmlns:a="http://schemas.openxmlformats.org/drawingml/2006/main" noGrp="1"/>
          </p:cNvSpPr>
          <p:nvPr/>
        </p:nvSpPr>
        <p:spPr>
          <a:xfrm xmlns:a="http://schemas.openxmlformats.org/drawingml/2006/main">
            <a:off x="495300" y="385762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5" name="tech-a-5">
            <a:extLst xmlns:a="http://schemas.openxmlformats.org/drawingml/2006/main">
              <a:ext uri="{FF2B5EF4-FFF2-40B4-BE49-F238E27FC236}">
                <a16:creationId xmlns:a16="http://schemas.microsoft.com/office/drawing/2014/main" id="{9ABBA7BB-3525-4BF2-95E9-A10125820750}"/>
              </a:ext>
            </a:extLst>
          </p:cNvPr>
          <p:cNvSpPr>
            <a:spLocks xmlns:a="http://schemas.openxmlformats.org/drawingml/2006/main" noGrp="1"/>
          </p:cNvSpPr>
          <p:nvPr/>
        </p:nvSpPr>
        <p:spPr>
          <a:xfrm xmlns:a="http://schemas.openxmlformats.org/drawingml/2006/main">
            <a:off x="495300" y="396240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Evidence</a:t>
            </a:r>
          </a:p>
        </p:txBody>
      </p:sp>
      <p:sp>
        <p:nvSpPr>
          <p:cNvPr id="136" name="tech-b-5">
            <a:extLst xmlns:a="http://schemas.openxmlformats.org/drawingml/2006/main">
              <a:ext uri="{FF2B5EF4-FFF2-40B4-BE49-F238E27FC236}">
                <a16:creationId xmlns:a16="http://schemas.microsoft.com/office/drawing/2014/main" id="{5D167CB1-0C52-4E26-A6E2-02493171154F}"/>
              </a:ext>
            </a:extLst>
          </p:cNvPr>
          <p:cNvSpPr>
            <a:spLocks xmlns:a="http://schemas.openxmlformats.org/drawingml/2006/main" noGrp="1"/>
          </p:cNvSpPr>
          <p:nvPr/>
        </p:nvSpPr>
        <p:spPr>
          <a:xfrm xmlns:a="http://schemas.openxmlformats.org/drawingml/2006/main">
            <a:off x="2495550" y="396240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Original reports, append-only events, source attribution, demo labels</a:t>
            </a:r>
          </a:p>
        </p:txBody>
      </p:sp>
    </p:spTree>
    <p:extLst>
      <p:ext uri="{BB962C8B-B14F-4D97-AF65-F5344CB8AC3E}">
        <p14:creationId xmlns:p14="http://schemas.microsoft.com/office/powerpoint/2010/main" val="19998450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24" name="Google Shape;124;p22">
            <a:extLst xmlns:a="http://schemas.openxmlformats.org/drawingml/2006/main">
              <a:ext uri="{FF2B5EF4-FFF2-40B4-BE49-F238E27FC236}">
                <a16:creationId xmlns:a16="http://schemas.microsoft.com/office/drawing/2014/main" id="{56F28729-5A4E-4484-9014-2D5F3ACC0B7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ed838a59a694477">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25" name="Google Shape;125;p22">
            <a:extLst xmlns:a="http://schemas.openxmlformats.org/drawingml/2006/main">
              <a:ext uri="{FF2B5EF4-FFF2-40B4-BE49-F238E27FC236}">
                <a16:creationId xmlns:a16="http://schemas.microsoft.com/office/drawing/2014/main" id="{1BD91319-E38D-4D19-9392-370610B8814A}"/>
              </a:ext>
            </a:extLst>
          </p:cNvPr>
          <p:cNvPicPr>
            <a:picLocks xmlns:a="http://schemas.openxmlformats.org/drawingml/2006/main" noChangeAspect="1"/>
          </p:cNvPicPr>
          <p:nvPr/>
        </p:nvPicPr>
        <p:blipFill>
          <a:blip xmlns:r="http://schemas.openxmlformats.org/officeDocument/2006/relationships" xmlns:a="http://schemas.openxmlformats.org/drawingml/2006/main" r:embed="R5a73de2e30624f65">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26" name="Google Shape;126;p22">
            <a:extLst xmlns:a="http://schemas.openxmlformats.org/drawingml/2006/main">
              <a:ext uri="{FF2B5EF4-FFF2-40B4-BE49-F238E27FC236}">
                <a16:creationId xmlns:a16="http://schemas.microsoft.com/office/drawing/2014/main" id="{7362C818-C531-42DF-9996-1F2FB2546C68}"/>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27" name="Google Shape;127;p22">
            <a:extLst xmlns:a="http://schemas.openxmlformats.org/drawingml/2006/main">
              <a:ext uri="{FF2B5EF4-FFF2-40B4-BE49-F238E27FC236}">
                <a16:creationId xmlns:a16="http://schemas.microsoft.com/office/drawing/2014/main" id="{4CCB5FBA-3E29-40A2-BCD4-CF2A0577F834}"/>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Estimated implementation cost (optional)</a:t>
            </a:r>
            <a:endParaRPr sz="1600">
              <a:latin typeface="Google Sans Flex Medium"/>
              <a:ea typeface="Google Sans Flex Medium"/>
              <a:cs typeface="Google Sans Flex Medium"/>
            </a:endParaRPr>
          </a:p>
        </p:txBody>
      </p:sp>
      <p:sp>
        <p:nvSpPr>
          <p:cNvPr id="128" name="cost-head">
            <a:extLst xmlns:a="http://schemas.openxmlformats.org/drawingml/2006/main">
              <a:ext uri="{FF2B5EF4-FFF2-40B4-BE49-F238E27FC236}">
                <a16:creationId xmlns:a16="http://schemas.microsoft.com/office/drawing/2014/main" id="{B1CBCD07-B128-4526-99B6-4361877819DE}"/>
              </a:ext>
            </a:extLst>
          </p:cNvPr>
          <p:cNvSpPr>
            <a:spLocks xmlns:a="http://schemas.openxmlformats.org/drawingml/2006/main" noGrp="1"/>
          </p:cNvSpPr>
          <p:nvPr/>
        </p:nvSpPr>
        <p:spPr>
          <a:xfrm xmlns:a="http://schemas.openxmlformats.org/drawingml/2006/main">
            <a:off x="495300" y="1428750"/>
            <a:ext cx="8153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11111"/>
                </a:solidFill>
                <a:latin typeface="Google Sans Flex"/>
                <a:ea typeface="Google Sans Flex"/>
                <a:cs typeface="Google Sans Flex"/>
              </a:defRPr>
            </a:defPPr>
            <a:lvl1pPr>
              <a:defRPr sz="2175" b="1">
                <a:solidFill>
                  <a:srgbClr val="111111"/>
                </a:solidFill>
                <a:latin typeface="Google Sans Flex"/>
                <a:ea typeface="Google Sans Flex"/>
                <a:cs typeface="Google Sans Flex"/>
              </a:defRPr>
            </a:lvl1pPr>
            <a:lvl2pPr>
              <a:defRPr sz="2175" b="1">
                <a:solidFill>
                  <a:srgbClr val="111111"/>
                </a:solidFill>
                <a:latin typeface="Google Sans Flex"/>
                <a:ea typeface="Google Sans Flex"/>
                <a:cs typeface="Google Sans Flex"/>
              </a:defRPr>
            </a:lvl2pPr>
            <a:lvl3pPr>
              <a:defRPr sz="2175" b="1">
                <a:solidFill>
                  <a:srgbClr val="111111"/>
                </a:solidFill>
                <a:latin typeface="Google Sans Flex"/>
                <a:ea typeface="Google Sans Flex"/>
                <a:cs typeface="Google Sans Flex"/>
              </a:defRPr>
            </a:lvl3pPr>
            <a:lvl4pPr>
              <a:defRPr sz="2175" b="1">
                <a:solidFill>
                  <a:srgbClr val="111111"/>
                </a:solidFill>
                <a:latin typeface="Google Sans Flex"/>
                <a:ea typeface="Google Sans Flex"/>
                <a:cs typeface="Google Sans Flex"/>
              </a:defRPr>
            </a:lvl4pPr>
            <a:lvl5pPr>
              <a:defRPr sz="2175" b="1">
                <a:solidFill>
                  <a:srgbClr val="111111"/>
                </a:solidFill>
                <a:latin typeface="Google Sans Flex"/>
                <a:ea typeface="Google Sans Flex"/>
                <a:cs typeface="Google Sans Flex"/>
              </a:defRPr>
            </a:lvl5pPr>
            <a:lvl6pPr>
              <a:defRPr sz="2175" b="1">
                <a:solidFill>
                  <a:srgbClr val="111111"/>
                </a:solidFill>
                <a:latin typeface="Google Sans Flex"/>
                <a:ea typeface="Google Sans Flex"/>
                <a:cs typeface="Google Sans Flex"/>
              </a:defRPr>
            </a:lvl6pPr>
            <a:lvl7pPr>
              <a:defRPr sz="2175" b="1">
                <a:solidFill>
                  <a:srgbClr val="111111"/>
                </a:solidFill>
                <a:latin typeface="Google Sans Flex"/>
                <a:ea typeface="Google Sans Flex"/>
                <a:cs typeface="Google Sans Flex"/>
              </a:defRPr>
            </a:lvl7pPr>
            <a:lvl8pPr>
              <a:defRPr sz="2175" b="1">
                <a:solidFill>
                  <a:srgbClr val="111111"/>
                </a:solidFill>
                <a:latin typeface="Google Sans Flex"/>
                <a:ea typeface="Google Sans Flex"/>
                <a:cs typeface="Google Sans Flex"/>
              </a:defRPr>
            </a:lvl8pPr>
            <a:lvl9pPr>
              <a:defRPr sz="2175" b="1">
                <a:solidFill>
                  <a:srgbClr val="111111"/>
                </a:solidFill>
                <a:latin typeface="Google Sans Flex"/>
                <a:ea typeface="Google Sans Flex"/>
                <a:cs typeface="Google Sans Flex"/>
              </a:defRPr>
            </a:lvl9pPr>
          </a:lstStyle>
          <a:p xmlns:a="http://schemas.openxmlformats.org/drawingml/2006/main">
            <a:pPr>
              <a:defRPr sz="2175" b="1">
                <a:solidFill>
                  <a:srgbClr val="111111"/>
                </a:solidFill>
                <a:latin typeface="Google Sans Flex"/>
                <a:ea typeface="Google Sans Flex"/>
                <a:cs typeface="Google Sans Flex"/>
              </a:defRPr>
            </a:pPr>
            <a:r>
              <a:rPr sz="2175" b="1">
                <a:solidFill>
                  <a:srgbClr val="111111"/>
                </a:solidFill>
                <a:latin typeface="Google Sans Flex"/>
                <a:ea typeface="Google Sans Flex"/>
                <a:cs typeface="Google Sans Flex"/>
              </a:rPr>
              <a:t>Firebase Hosting Spark frontend</a:t>
            </a:r>
          </a:p>
        </p:txBody>
      </p:sp>
      <p:sp>
        <p:nvSpPr>
          <p:cNvPr id="129" name="cost-current">
            <a:extLst xmlns:a="http://schemas.openxmlformats.org/drawingml/2006/main">
              <a:ext uri="{FF2B5EF4-FFF2-40B4-BE49-F238E27FC236}">
                <a16:creationId xmlns:a16="http://schemas.microsoft.com/office/drawing/2014/main" id="{3BFA5848-E8CF-4992-805F-16C0278CCD9E}"/>
              </a:ext>
            </a:extLst>
          </p:cNvPr>
          <p:cNvSpPr>
            <a:spLocks xmlns:a="http://schemas.openxmlformats.org/drawingml/2006/main" noGrp="1"/>
          </p:cNvSpPr>
          <p:nvPr/>
        </p:nvSpPr>
        <p:spPr>
          <a:xfrm xmlns:a="http://schemas.openxmlformats.org/drawingml/2006/main">
            <a:off x="495300" y="1971675"/>
            <a:ext cx="815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Billing is unlinked. The static frontend uses Spark quotas.</a:t>
            </a:r>
          </a:p>
        </p:txBody>
      </p:sp>
      <p:sp>
        <p:nvSpPr>
          <p:cNvPr id="130" name="cost-label-0">
            <a:extLst xmlns:a="http://schemas.openxmlformats.org/drawingml/2006/main">
              <a:ext uri="{FF2B5EF4-FFF2-40B4-BE49-F238E27FC236}">
                <a16:creationId xmlns:a16="http://schemas.microsoft.com/office/drawing/2014/main" id="{5006AB92-D368-4261-9CED-5FC168CF4590}"/>
              </a:ext>
            </a:extLst>
          </p:cNvPr>
          <p:cNvSpPr>
            <a:spLocks xmlns:a="http://schemas.openxmlformats.org/drawingml/2006/main" noGrp="1"/>
          </p:cNvSpPr>
          <p:nvPr/>
        </p:nvSpPr>
        <p:spPr>
          <a:xfrm xmlns:a="http://schemas.openxmlformats.org/drawingml/2006/main">
            <a:off x="49530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Future Cloud Run</a:t>
            </a:r>
          </a:p>
        </p:txBody>
      </p:sp>
      <p:sp>
        <p:nvSpPr>
          <p:cNvPr id="131" name="cost-copy-0">
            <a:extLst xmlns:a="http://schemas.openxmlformats.org/drawingml/2006/main">
              <a:ext uri="{FF2B5EF4-FFF2-40B4-BE49-F238E27FC236}">
                <a16:creationId xmlns:a16="http://schemas.microsoft.com/office/drawing/2014/main" id="{4740398E-6B0C-4955-931B-70F944560139}"/>
              </a:ext>
            </a:extLst>
          </p:cNvPr>
          <p:cNvSpPr>
            <a:spLocks xmlns:a="http://schemas.openxmlformats.org/drawingml/2006/main" noGrp="1"/>
          </p:cNvSpPr>
          <p:nvPr/>
        </p:nvSpPr>
        <p:spPr>
          <a:xfrm xmlns:a="http://schemas.openxmlformats.org/drawingml/2006/main">
            <a:off x="2571750" y="24765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CPU, memory, requests and warm-instance time</a:t>
            </a:r>
          </a:p>
        </p:txBody>
      </p:sp>
      <p:sp>
        <p:nvSpPr>
          <p:cNvPr id="132" name="cost-label-1">
            <a:extLst xmlns:a="http://schemas.openxmlformats.org/drawingml/2006/main">
              <a:ext uri="{FF2B5EF4-FFF2-40B4-BE49-F238E27FC236}">
                <a16:creationId xmlns:a16="http://schemas.microsoft.com/office/drawing/2014/main" id="{5DD3026F-4A44-460C-A646-9A35BCA6A225}"/>
              </a:ext>
            </a:extLst>
          </p:cNvPr>
          <p:cNvSpPr>
            <a:spLocks xmlns:a="http://schemas.openxmlformats.org/drawingml/2006/main" noGrp="1"/>
          </p:cNvSpPr>
          <p:nvPr/>
        </p:nvSpPr>
        <p:spPr>
          <a:xfrm xmlns:a="http://schemas.openxmlformats.org/drawingml/2006/main">
            <a:off x="495300" y="28860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Future Gemini</a:t>
            </a:r>
          </a:p>
        </p:txBody>
      </p:sp>
      <p:sp>
        <p:nvSpPr>
          <p:cNvPr id="133" name="cost-copy-1">
            <a:extLst xmlns:a="http://schemas.openxmlformats.org/drawingml/2006/main">
              <a:ext uri="{FF2B5EF4-FFF2-40B4-BE49-F238E27FC236}">
                <a16:creationId xmlns:a16="http://schemas.microsoft.com/office/drawing/2014/main" id="{1D6A2099-69C5-4514-8D05-7B40FD3FC419}"/>
              </a:ext>
            </a:extLst>
          </p:cNvPr>
          <p:cNvSpPr>
            <a:spLocks xmlns:a="http://schemas.openxmlformats.org/drawingml/2006/main" noGrp="1"/>
          </p:cNvSpPr>
          <p:nvPr/>
        </p:nvSpPr>
        <p:spPr>
          <a:xfrm xmlns:a="http://schemas.openxmlformats.org/drawingml/2006/main">
            <a:off x="2571750" y="28860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Input/output tokens and media processing</a:t>
            </a:r>
          </a:p>
        </p:txBody>
      </p:sp>
      <p:sp>
        <p:nvSpPr>
          <p:cNvPr id="134" name="cost-label-2">
            <a:extLst xmlns:a="http://schemas.openxmlformats.org/drawingml/2006/main">
              <a:ext uri="{FF2B5EF4-FFF2-40B4-BE49-F238E27FC236}">
                <a16:creationId xmlns:a16="http://schemas.microsoft.com/office/drawing/2014/main" id="{3443A61E-A2FF-413E-A0EF-419DBBC58B9F}"/>
              </a:ext>
            </a:extLst>
          </p:cNvPr>
          <p:cNvSpPr>
            <a:spLocks xmlns:a="http://schemas.openxmlformats.org/drawingml/2006/main" noGrp="1"/>
          </p:cNvSpPr>
          <p:nvPr/>
        </p:nvSpPr>
        <p:spPr>
          <a:xfrm xmlns:a="http://schemas.openxmlformats.org/drawingml/2006/main">
            <a:off x="495300" y="3295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Future Firestore</a:t>
            </a:r>
          </a:p>
        </p:txBody>
      </p:sp>
      <p:sp>
        <p:nvSpPr>
          <p:cNvPr id="135" name="cost-copy-2">
            <a:extLst xmlns:a="http://schemas.openxmlformats.org/drawingml/2006/main">
              <a:ext uri="{FF2B5EF4-FFF2-40B4-BE49-F238E27FC236}">
                <a16:creationId xmlns:a16="http://schemas.microsoft.com/office/drawing/2014/main" id="{8F7D78D4-3A9C-4FD0-A30A-F0058F31DE00}"/>
              </a:ext>
            </a:extLst>
          </p:cNvPr>
          <p:cNvSpPr>
            <a:spLocks xmlns:a="http://schemas.openxmlformats.org/drawingml/2006/main" noGrp="1"/>
          </p:cNvSpPr>
          <p:nvPr/>
        </p:nvSpPr>
        <p:spPr>
          <a:xfrm xmlns:a="http://schemas.openxmlformats.org/drawingml/2006/main">
            <a:off x="2571750" y="32956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Reads, writes, indexes and retention</a:t>
            </a:r>
          </a:p>
        </p:txBody>
      </p:sp>
      <p:sp>
        <p:nvSpPr>
          <p:cNvPr id="136" name="cost-label-3">
            <a:extLst xmlns:a="http://schemas.openxmlformats.org/drawingml/2006/main">
              <a:ext uri="{FF2B5EF4-FFF2-40B4-BE49-F238E27FC236}">
                <a16:creationId xmlns:a16="http://schemas.microsoft.com/office/drawing/2014/main" id="{E259CBA4-D193-49AC-A693-AC8DC52B4CEB}"/>
              </a:ext>
            </a:extLst>
          </p:cNvPr>
          <p:cNvSpPr>
            <a:spLocks xmlns:a="http://schemas.openxmlformats.org/drawingml/2006/main" noGrp="1"/>
          </p:cNvSpPr>
          <p:nvPr/>
        </p:nvSpPr>
        <p:spPr>
          <a:xfrm xmlns:a="http://schemas.openxmlformats.org/drawingml/2006/main">
            <a:off x="495300" y="370522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Future Storage</a:t>
            </a:r>
          </a:p>
        </p:txBody>
      </p:sp>
      <p:sp>
        <p:nvSpPr>
          <p:cNvPr id="137" name="cost-copy-3">
            <a:extLst xmlns:a="http://schemas.openxmlformats.org/drawingml/2006/main">
              <a:ext uri="{FF2B5EF4-FFF2-40B4-BE49-F238E27FC236}">
                <a16:creationId xmlns:a16="http://schemas.microsoft.com/office/drawing/2014/main" id="{F173FF94-BC27-48D0-8574-40A524A7F316}"/>
              </a:ext>
            </a:extLst>
          </p:cNvPr>
          <p:cNvSpPr>
            <a:spLocks xmlns:a="http://schemas.openxmlformats.org/drawingml/2006/main" noGrp="1"/>
          </p:cNvSpPr>
          <p:nvPr/>
        </p:nvSpPr>
        <p:spPr>
          <a:xfrm xmlns:a="http://schemas.openxmlformats.org/drawingml/2006/main">
            <a:off x="2571750" y="37052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Evidence size, downloads and retention</a:t>
            </a:r>
          </a:p>
        </p:txBody>
      </p:sp>
      <p:sp>
        <p:nvSpPr>
          <p:cNvPr id="138" name="cost-plan">
            <a:extLst xmlns:a="http://schemas.openxmlformats.org/drawingml/2006/main">
              <a:ext uri="{FF2B5EF4-FFF2-40B4-BE49-F238E27FC236}">
                <a16:creationId xmlns:a16="http://schemas.microsoft.com/office/drawing/2014/main" id="{A675810B-5CA1-41E4-8662-9CBC7E9D5998}"/>
              </a:ext>
            </a:extLst>
          </p:cNvPr>
          <p:cNvSpPr>
            <a:spLocks xmlns:a="http://schemas.openxmlformats.org/drawingml/2006/main" noGrp="1"/>
          </p:cNvSpPr>
          <p:nvPr/>
        </p:nvSpPr>
        <p:spPr>
          <a:xfrm xmlns:a="http://schemas.openxmlformats.org/drawingml/2006/main">
            <a:off x="495300" y="4238625"/>
            <a:ext cx="815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No paid backend is deployed or authorized. Spark quota limits apply. Future service costs need separate approval; no monthly cost measurement is claimed.</a:t>
            </a:r>
          </a:p>
        </p:txBody>
      </p:sp>
    </p:spTree>
    <p:extLst>
      <p:ext uri="{BB962C8B-B14F-4D97-AF65-F5344CB8AC3E}">
        <p14:creationId xmlns:p14="http://schemas.microsoft.com/office/powerpoint/2010/main" val="13907386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2" name="Google Shape;132;p23">
            <a:extLst xmlns:a="http://schemas.openxmlformats.org/drawingml/2006/main">
              <a:ext uri="{FF2B5EF4-FFF2-40B4-BE49-F238E27FC236}">
                <a16:creationId xmlns:a16="http://schemas.microsoft.com/office/drawing/2014/main" id="{8338B532-8B1E-4D93-9117-EC1E0229AB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45cff6798b74f6e">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33" name="Google Shape;133;p23">
            <a:extLst xmlns:a="http://schemas.openxmlformats.org/drawingml/2006/main">
              <a:ext uri="{FF2B5EF4-FFF2-40B4-BE49-F238E27FC236}">
                <a16:creationId xmlns:a16="http://schemas.microsoft.com/office/drawing/2014/main" id="{96F52534-7CC9-494A-B713-32DDAF6EDC0C}"/>
              </a:ext>
            </a:extLst>
          </p:cNvPr>
          <p:cNvPicPr>
            <a:picLocks xmlns:a="http://schemas.openxmlformats.org/drawingml/2006/main" noChangeAspect="1"/>
          </p:cNvPicPr>
          <p:nvPr/>
        </p:nvPicPr>
        <p:blipFill>
          <a:blip xmlns:r="http://schemas.openxmlformats.org/officeDocument/2006/relationships" xmlns:a="http://schemas.openxmlformats.org/drawingml/2006/main" r:embed="R92a5469d960b4e2c">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34" name="Google Shape;134;p23">
            <a:extLst xmlns:a="http://schemas.openxmlformats.org/drawingml/2006/main">
              <a:ext uri="{FF2B5EF4-FFF2-40B4-BE49-F238E27FC236}">
                <a16:creationId xmlns:a16="http://schemas.microsoft.com/office/drawing/2014/main" id="{4F9B5C82-624A-475F-8B6A-CEB94CC067AE}"/>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35" name="Google Shape;135;p23">
            <a:extLst xmlns:a="http://schemas.openxmlformats.org/drawingml/2006/main">
              <a:ext uri="{FF2B5EF4-FFF2-40B4-BE49-F238E27FC236}">
                <a16:creationId xmlns:a16="http://schemas.microsoft.com/office/drawing/2014/main" id="{7427433F-9C97-498E-8363-C9D32A6F2FB1}"/>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Snapshots of the prototype</a:t>
            </a:r>
            <a:endParaRPr sz="1600">
              <a:latin typeface="Google Sans Flex Medium"/>
              <a:ea typeface="Google Sans Flex Medium"/>
              <a:cs typeface="Google Sans Flex Medium"/>
            </a:endParaRPr>
          </a:p>
        </p:txBody>
      </p:sp>
      <p:sp>
        <p:nvSpPr>
          <p:cNvPr id="136" name="snapshot-status">
            <a:extLst xmlns:a="http://schemas.openxmlformats.org/drawingml/2006/main">
              <a:ext uri="{FF2B5EF4-FFF2-40B4-BE49-F238E27FC236}">
                <a16:creationId xmlns:a16="http://schemas.microsoft.com/office/drawing/2014/main" id="{F50540E5-4520-4AEC-86F6-B316A785423D}"/>
              </a:ext>
            </a:extLst>
          </p:cNvPr>
          <p:cNvSpPr>
            <a:spLocks xmlns:a="http://schemas.openxmlformats.org/drawingml/2006/main" noGrp="1"/>
          </p:cNvSpPr>
          <p:nvPr/>
        </p:nvSpPr>
        <p:spPr>
          <a:xfrm xmlns:a="http://schemas.openxmlformats.org/drawingml/2006/main">
            <a:off x="495300" y="1495425"/>
            <a:ext cx="8153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11111"/>
                </a:solidFill>
                <a:latin typeface="Google Sans Flex"/>
                <a:ea typeface="Google Sans Flex"/>
                <a:cs typeface="Google Sans Flex"/>
              </a:defRPr>
            </a:defPPr>
            <a:lvl1pPr>
              <a:defRPr sz="2250" b="1">
                <a:solidFill>
                  <a:srgbClr val="111111"/>
                </a:solidFill>
                <a:latin typeface="Google Sans Flex"/>
                <a:ea typeface="Google Sans Flex"/>
                <a:cs typeface="Google Sans Flex"/>
              </a:defRPr>
            </a:lvl1pPr>
            <a:lvl2pPr>
              <a:defRPr sz="2250" b="1">
                <a:solidFill>
                  <a:srgbClr val="111111"/>
                </a:solidFill>
                <a:latin typeface="Google Sans Flex"/>
                <a:ea typeface="Google Sans Flex"/>
                <a:cs typeface="Google Sans Flex"/>
              </a:defRPr>
            </a:lvl2pPr>
            <a:lvl3pPr>
              <a:defRPr sz="2250" b="1">
                <a:solidFill>
                  <a:srgbClr val="111111"/>
                </a:solidFill>
                <a:latin typeface="Google Sans Flex"/>
                <a:ea typeface="Google Sans Flex"/>
                <a:cs typeface="Google Sans Flex"/>
              </a:defRPr>
            </a:lvl3pPr>
            <a:lvl4pPr>
              <a:defRPr sz="2250" b="1">
                <a:solidFill>
                  <a:srgbClr val="111111"/>
                </a:solidFill>
                <a:latin typeface="Google Sans Flex"/>
                <a:ea typeface="Google Sans Flex"/>
                <a:cs typeface="Google Sans Flex"/>
              </a:defRPr>
            </a:lvl4pPr>
            <a:lvl5pPr>
              <a:defRPr sz="2250" b="1">
                <a:solidFill>
                  <a:srgbClr val="111111"/>
                </a:solidFill>
                <a:latin typeface="Google Sans Flex"/>
                <a:ea typeface="Google Sans Flex"/>
                <a:cs typeface="Google Sans Flex"/>
              </a:defRPr>
            </a:lvl5pPr>
            <a:lvl6pPr>
              <a:defRPr sz="2250" b="1">
                <a:solidFill>
                  <a:srgbClr val="111111"/>
                </a:solidFill>
                <a:latin typeface="Google Sans Flex"/>
                <a:ea typeface="Google Sans Flex"/>
                <a:cs typeface="Google Sans Flex"/>
              </a:defRPr>
            </a:lvl6pPr>
            <a:lvl7pPr>
              <a:defRPr sz="2250" b="1">
                <a:solidFill>
                  <a:srgbClr val="111111"/>
                </a:solidFill>
                <a:latin typeface="Google Sans Flex"/>
                <a:ea typeface="Google Sans Flex"/>
                <a:cs typeface="Google Sans Flex"/>
              </a:defRPr>
            </a:lvl7pPr>
            <a:lvl8pPr>
              <a:defRPr sz="2250" b="1">
                <a:solidFill>
                  <a:srgbClr val="111111"/>
                </a:solidFill>
                <a:latin typeface="Google Sans Flex"/>
                <a:ea typeface="Google Sans Flex"/>
                <a:cs typeface="Google Sans Flex"/>
              </a:defRPr>
            </a:lvl8pPr>
            <a:lvl9pPr>
              <a:defRPr sz="2250" b="1">
                <a:solidFill>
                  <a:srgbClr val="111111"/>
                </a:solidFill>
                <a:latin typeface="Google Sans Flex"/>
                <a:ea typeface="Google Sans Flex"/>
                <a:cs typeface="Google Sans Flex"/>
              </a:defRPr>
            </a:lvl9pPr>
          </a:lstStyle>
          <a:p xmlns:a="http://schemas.openxmlformats.org/drawingml/2006/main">
            <a:pPr>
              <a:defRPr sz="2250" b="1">
                <a:solidFill>
                  <a:srgbClr val="111111"/>
                </a:solidFill>
                <a:latin typeface="Google Sans Flex"/>
                <a:ea typeface="Google Sans Flex"/>
                <a:cs typeface="Google Sans Flex"/>
              </a:defRPr>
            </a:pPr>
            <a:r>
              <a:rPr sz="2250" b="1">
                <a:solidFill>
                  <a:srgbClr val="111111"/>
                </a:solidFill>
                <a:latin typeface="Google Sans Flex"/>
                <a:ea typeface="Google Sans Flex"/>
                <a:cs typeface="Google Sans Flex"/>
              </a:rPr>
              <a:t>Actual browser capture pending</a:t>
            </a:r>
          </a:p>
        </p:txBody>
      </p:sp>
      <p:sp>
        <p:nvSpPr>
          <p:cNvPr id="137" name="snapshot-truth">
            <a:extLst xmlns:a="http://schemas.openxmlformats.org/drawingml/2006/main">
              <a:ext uri="{FF2B5EF4-FFF2-40B4-BE49-F238E27FC236}">
                <a16:creationId xmlns:a16="http://schemas.microsoft.com/office/drawing/2014/main" id="{227B2517-6DE8-444C-82FC-5A208E396157}"/>
              </a:ext>
            </a:extLst>
          </p:cNvPr>
          <p:cNvSpPr>
            <a:spLocks xmlns:a="http://schemas.openxmlformats.org/drawingml/2006/main" noGrp="1"/>
          </p:cNvSpPr>
          <p:nvPr/>
        </p:nvSpPr>
        <p:spPr>
          <a:xfrm xmlns:a="http://schemas.openxmlformats.org/drawingml/2006/main">
            <a:off x="495300" y="2190750"/>
            <a:ext cx="7962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a:solidFill>
                  <a:srgbClr val="111111"/>
                </a:solidFill>
                <a:latin typeface="Google Sans Flex"/>
                <a:ea typeface="Google Sans Flex"/>
                <a:cs typeface="Google Sans Flex"/>
              </a:defRPr>
            </a:defPPr>
            <a:lvl1pPr>
              <a:defRPr sz="1725">
                <a:solidFill>
                  <a:srgbClr val="111111"/>
                </a:solidFill>
                <a:latin typeface="Google Sans Flex"/>
                <a:ea typeface="Google Sans Flex"/>
                <a:cs typeface="Google Sans Flex"/>
              </a:defRPr>
            </a:lvl1pPr>
            <a:lvl2pPr>
              <a:defRPr sz="1725">
                <a:solidFill>
                  <a:srgbClr val="111111"/>
                </a:solidFill>
                <a:latin typeface="Google Sans Flex"/>
                <a:ea typeface="Google Sans Flex"/>
                <a:cs typeface="Google Sans Flex"/>
              </a:defRPr>
            </a:lvl2pPr>
            <a:lvl3pPr>
              <a:defRPr sz="1725">
                <a:solidFill>
                  <a:srgbClr val="111111"/>
                </a:solidFill>
                <a:latin typeface="Google Sans Flex"/>
                <a:ea typeface="Google Sans Flex"/>
                <a:cs typeface="Google Sans Flex"/>
              </a:defRPr>
            </a:lvl3pPr>
            <a:lvl4pPr>
              <a:defRPr sz="1725">
                <a:solidFill>
                  <a:srgbClr val="111111"/>
                </a:solidFill>
                <a:latin typeface="Google Sans Flex"/>
                <a:ea typeface="Google Sans Flex"/>
                <a:cs typeface="Google Sans Flex"/>
              </a:defRPr>
            </a:lvl4pPr>
            <a:lvl5pPr>
              <a:defRPr sz="1725">
                <a:solidFill>
                  <a:srgbClr val="111111"/>
                </a:solidFill>
                <a:latin typeface="Google Sans Flex"/>
                <a:ea typeface="Google Sans Flex"/>
                <a:cs typeface="Google Sans Flex"/>
              </a:defRPr>
            </a:lvl5pPr>
            <a:lvl6pPr>
              <a:defRPr sz="1725">
                <a:solidFill>
                  <a:srgbClr val="111111"/>
                </a:solidFill>
                <a:latin typeface="Google Sans Flex"/>
                <a:ea typeface="Google Sans Flex"/>
                <a:cs typeface="Google Sans Flex"/>
              </a:defRPr>
            </a:lvl6pPr>
            <a:lvl7pPr>
              <a:defRPr sz="1725">
                <a:solidFill>
                  <a:srgbClr val="111111"/>
                </a:solidFill>
                <a:latin typeface="Google Sans Flex"/>
                <a:ea typeface="Google Sans Flex"/>
                <a:cs typeface="Google Sans Flex"/>
              </a:defRPr>
            </a:lvl7pPr>
            <a:lvl8pPr>
              <a:defRPr sz="1725">
                <a:solidFill>
                  <a:srgbClr val="111111"/>
                </a:solidFill>
                <a:latin typeface="Google Sans Flex"/>
                <a:ea typeface="Google Sans Flex"/>
                <a:cs typeface="Google Sans Flex"/>
              </a:defRPr>
            </a:lvl8pPr>
            <a:lvl9pPr>
              <a:defRPr sz="1725">
                <a:solidFill>
                  <a:srgbClr val="111111"/>
                </a:solidFill>
                <a:latin typeface="Google Sans Flex"/>
                <a:ea typeface="Google Sans Flex"/>
                <a:cs typeface="Google Sans Flex"/>
              </a:defRPr>
            </a:lvl9pPr>
          </a:lstStyle>
          <a:p xmlns:a="http://schemas.openxmlformats.org/drawingml/2006/main">
            <a:pPr>
              <a:defRPr sz="1725">
                <a:solidFill>
                  <a:srgbClr val="111111"/>
                </a:solidFill>
                <a:latin typeface="Google Sans Flex"/>
                <a:ea typeface="Google Sans Flex"/>
                <a:cs typeface="Google Sans Flex"/>
              </a:defRPr>
            </a:pPr>
            <a:r>
              <a:rPr sz="1725">
                <a:solidFill>
                  <a:srgbClr val="111111"/>
                </a:solidFill>
                <a:latin typeface="Google Sans Flex"/>
                <a:ea typeface="Google Sans Flex"/>
                <a:cs typeface="Google Sans Flex"/>
              </a:rPr>
              <a:t>The Firebase frontend is live. Verified product captures have not yet been selected for this deck. Illustrations are not presented as screenshots.</a:t>
            </a:r>
          </a:p>
        </p:txBody>
      </p:sp>
      <p:sp>
        <p:nvSpPr>
          <p:cNvPr id="138" name="separator">
            <a:extLst xmlns:a="http://schemas.openxmlformats.org/drawingml/2006/main">
              <a:ext uri="{FF2B5EF4-FFF2-40B4-BE49-F238E27FC236}">
                <a16:creationId xmlns:a16="http://schemas.microsoft.com/office/drawing/2014/main" id="{5085D3F7-F87B-44DA-AA6D-C1ADAC9F8FF2}"/>
              </a:ext>
            </a:extLst>
          </p:cNvPr>
          <p:cNvSpPr>
            <a:spLocks xmlns:a="http://schemas.openxmlformats.org/drawingml/2006/main" noGrp="1"/>
          </p:cNvSpPr>
          <p:nvPr/>
        </p:nvSpPr>
        <p:spPr>
          <a:xfrm xmlns:a="http://schemas.openxmlformats.org/drawingml/2006/main">
            <a:off x="495300" y="325755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9" name="capture-a">
            <a:extLst xmlns:a="http://schemas.openxmlformats.org/drawingml/2006/main">
              <a:ext uri="{FF2B5EF4-FFF2-40B4-BE49-F238E27FC236}">
                <a16:creationId xmlns:a16="http://schemas.microsoft.com/office/drawing/2014/main" id="{C07D1595-D10F-43BD-9384-4D2FF46E97C7}"/>
              </a:ext>
            </a:extLst>
          </p:cNvPr>
          <p:cNvSpPr>
            <a:spLocks xmlns:a="http://schemas.openxmlformats.org/drawingml/2006/main" noGrp="1"/>
          </p:cNvSpPr>
          <p:nvPr/>
        </p:nvSpPr>
        <p:spPr>
          <a:xfrm xmlns:a="http://schemas.openxmlformats.org/drawingml/2006/main">
            <a:off x="495300" y="3524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11111"/>
                </a:solidFill>
                <a:latin typeface="Google Sans Flex"/>
                <a:ea typeface="Google Sans Flex"/>
                <a:cs typeface="Google Sans Flex"/>
              </a:defRPr>
            </a:defPPr>
            <a:lvl1pPr>
              <a:defRPr sz="1350" b="1">
                <a:solidFill>
                  <a:srgbClr val="111111"/>
                </a:solidFill>
                <a:latin typeface="Google Sans Flex"/>
                <a:ea typeface="Google Sans Flex"/>
                <a:cs typeface="Google Sans Flex"/>
              </a:defRPr>
            </a:lvl1pPr>
            <a:lvl2pPr>
              <a:defRPr sz="1350" b="1">
                <a:solidFill>
                  <a:srgbClr val="111111"/>
                </a:solidFill>
                <a:latin typeface="Google Sans Flex"/>
                <a:ea typeface="Google Sans Flex"/>
                <a:cs typeface="Google Sans Flex"/>
              </a:defRPr>
            </a:lvl2pPr>
            <a:lvl3pPr>
              <a:defRPr sz="1350" b="1">
                <a:solidFill>
                  <a:srgbClr val="111111"/>
                </a:solidFill>
                <a:latin typeface="Google Sans Flex"/>
                <a:ea typeface="Google Sans Flex"/>
                <a:cs typeface="Google Sans Flex"/>
              </a:defRPr>
            </a:lvl3pPr>
            <a:lvl4pPr>
              <a:defRPr sz="1350" b="1">
                <a:solidFill>
                  <a:srgbClr val="111111"/>
                </a:solidFill>
                <a:latin typeface="Google Sans Flex"/>
                <a:ea typeface="Google Sans Flex"/>
                <a:cs typeface="Google Sans Flex"/>
              </a:defRPr>
            </a:lvl4pPr>
            <a:lvl5pPr>
              <a:defRPr sz="1350" b="1">
                <a:solidFill>
                  <a:srgbClr val="111111"/>
                </a:solidFill>
                <a:latin typeface="Google Sans Flex"/>
                <a:ea typeface="Google Sans Flex"/>
                <a:cs typeface="Google Sans Flex"/>
              </a:defRPr>
            </a:lvl5pPr>
            <a:lvl6pPr>
              <a:defRPr sz="1350" b="1">
                <a:solidFill>
                  <a:srgbClr val="111111"/>
                </a:solidFill>
                <a:latin typeface="Google Sans Flex"/>
                <a:ea typeface="Google Sans Flex"/>
                <a:cs typeface="Google Sans Flex"/>
              </a:defRPr>
            </a:lvl6pPr>
            <a:lvl7pPr>
              <a:defRPr sz="1350" b="1">
                <a:solidFill>
                  <a:srgbClr val="111111"/>
                </a:solidFill>
                <a:latin typeface="Google Sans Flex"/>
                <a:ea typeface="Google Sans Flex"/>
                <a:cs typeface="Google Sans Flex"/>
              </a:defRPr>
            </a:lvl7pPr>
            <a:lvl8pPr>
              <a:defRPr sz="1350" b="1">
                <a:solidFill>
                  <a:srgbClr val="111111"/>
                </a:solidFill>
                <a:latin typeface="Google Sans Flex"/>
                <a:ea typeface="Google Sans Flex"/>
                <a:cs typeface="Google Sans Flex"/>
              </a:defRPr>
            </a:lvl8pPr>
            <a:lvl9pPr>
              <a:defRPr sz="1350" b="1">
                <a:solidFill>
                  <a:srgbClr val="111111"/>
                </a:solidFill>
                <a:latin typeface="Google Sans Flex"/>
                <a:ea typeface="Google Sans Flex"/>
                <a:cs typeface="Google Sans Flex"/>
              </a:defRPr>
            </a:lvl9pPr>
          </a:lstStyle>
          <a:p xmlns:a="http://schemas.openxmlformats.org/drawingml/2006/main">
            <a:pPr>
              <a:defRPr sz="1350" b="1">
                <a:solidFill>
                  <a:srgbClr val="111111"/>
                </a:solidFill>
                <a:latin typeface="Google Sans Flex"/>
                <a:ea typeface="Google Sans Flex"/>
                <a:cs typeface="Google Sans Flex"/>
              </a:defRPr>
            </a:pPr>
            <a:r>
              <a:rPr sz="1350" b="1">
                <a:solidFill>
                  <a:srgbClr val="111111"/>
                </a:solidFill>
                <a:latin typeface="Google Sans Flex"/>
                <a:ea typeface="Google Sans Flex"/>
                <a:cs typeface="Google Sans Flex"/>
              </a:rPr>
              <a:t>Required capture 1</a:t>
            </a:r>
          </a:p>
        </p:txBody>
      </p:sp>
      <p:sp>
        <p:nvSpPr>
          <p:cNvPr id="140" name="capture-a-copy">
            <a:extLst xmlns:a="http://schemas.openxmlformats.org/drawingml/2006/main">
              <a:ext uri="{FF2B5EF4-FFF2-40B4-BE49-F238E27FC236}">
                <a16:creationId xmlns:a16="http://schemas.microsoft.com/office/drawing/2014/main" id="{8F43E640-DD3D-4B3E-B288-4BB7709FD901}"/>
              </a:ext>
            </a:extLst>
          </p:cNvPr>
          <p:cNvSpPr>
            <a:spLocks xmlns:a="http://schemas.openxmlformats.org/drawingml/2006/main" noGrp="1"/>
          </p:cNvSpPr>
          <p:nvPr/>
        </p:nvSpPr>
        <p:spPr>
          <a:xfrm xmlns:a="http://schemas.openxmlformats.org/drawingml/2006/main">
            <a:off x="4953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Homepage and ward map</a:t>
            </a:r>
          </a:p>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Include the visible demo-data label</a:t>
            </a:r>
          </a:p>
        </p:txBody>
      </p:sp>
      <p:sp>
        <p:nvSpPr>
          <p:cNvPr id="141" name="capture-b">
            <a:extLst xmlns:a="http://schemas.openxmlformats.org/drawingml/2006/main">
              <a:ext uri="{FF2B5EF4-FFF2-40B4-BE49-F238E27FC236}">
                <a16:creationId xmlns:a16="http://schemas.microsoft.com/office/drawing/2014/main" id="{6EC625B7-B326-4D06-94FE-EF869B45A228}"/>
              </a:ext>
            </a:extLst>
          </p:cNvPr>
          <p:cNvSpPr>
            <a:spLocks xmlns:a="http://schemas.openxmlformats.org/drawingml/2006/main" noGrp="1"/>
          </p:cNvSpPr>
          <p:nvPr/>
        </p:nvSpPr>
        <p:spPr>
          <a:xfrm xmlns:a="http://schemas.openxmlformats.org/drawingml/2006/main">
            <a:off x="4762500" y="3524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11111"/>
                </a:solidFill>
                <a:latin typeface="Google Sans Flex"/>
                <a:ea typeface="Google Sans Flex"/>
                <a:cs typeface="Google Sans Flex"/>
              </a:defRPr>
            </a:defPPr>
            <a:lvl1pPr>
              <a:defRPr sz="1350" b="1">
                <a:solidFill>
                  <a:srgbClr val="111111"/>
                </a:solidFill>
                <a:latin typeface="Google Sans Flex"/>
                <a:ea typeface="Google Sans Flex"/>
                <a:cs typeface="Google Sans Flex"/>
              </a:defRPr>
            </a:lvl1pPr>
            <a:lvl2pPr>
              <a:defRPr sz="1350" b="1">
                <a:solidFill>
                  <a:srgbClr val="111111"/>
                </a:solidFill>
                <a:latin typeface="Google Sans Flex"/>
                <a:ea typeface="Google Sans Flex"/>
                <a:cs typeface="Google Sans Flex"/>
              </a:defRPr>
            </a:lvl2pPr>
            <a:lvl3pPr>
              <a:defRPr sz="1350" b="1">
                <a:solidFill>
                  <a:srgbClr val="111111"/>
                </a:solidFill>
                <a:latin typeface="Google Sans Flex"/>
                <a:ea typeface="Google Sans Flex"/>
                <a:cs typeface="Google Sans Flex"/>
              </a:defRPr>
            </a:lvl3pPr>
            <a:lvl4pPr>
              <a:defRPr sz="1350" b="1">
                <a:solidFill>
                  <a:srgbClr val="111111"/>
                </a:solidFill>
                <a:latin typeface="Google Sans Flex"/>
                <a:ea typeface="Google Sans Flex"/>
                <a:cs typeface="Google Sans Flex"/>
              </a:defRPr>
            </a:lvl4pPr>
            <a:lvl5pPr>
              <a:defRPr sz="1350" b="1">
                <a:solidFill>
                  <a:srgbClr val="111111"/>
                </a:solidFill>
                <a:latin typeface="Google Sans Flex"/>
                <a:ea typeface="Google Sans Flex"/>
                <a:cs typeface="Google Sans Flex"/>
              </a:defRPr>
            </a:lvl5pPr>
            <a:lvl6pPr>
              <a:defRPr sz="1350" b="1">
                <a:solidFill>
                  <a:srgbClr val="111111"/>
                </a:solidFill>
                <a:latin typeface="Google Sans Flex"/>
                <a:ea typeface="Google Sans Flex"/>
                <a:cs typeface="Google Sans Flex"/>
              </a:defRPr>
            </a:lvl6pPr>
            <a:lvl7pPr>
              <a:defRPr sz="1350" b="1">
                <a:solidFill>
                  <a:srgbClr val="111111"/>
                </a:solidFill>
                <a:latin typeface="Google Sans Flex"/>
                <a:ea typeface="Google Sans Flex"/>
                <a:cs typeface="Google Sans Flex"/>
              </a:defRPr>
            </a:lvl7pPr>
            <a:lvl8pPr>
              <a:defRPr sz="1350" b="1">
                <a:solidFill>
                  <a:srgbClr val="111111"/>
                </a:solidFill>
                <a:latin typeface="Google Sans Flex"/>
                <a:ea typeface="Google Sans Flex"/>
                <a:cs typeface="Google Sans Flex"/>
              </a:defRPr>
            </a:lvl8pPr>
            <a:lvl9pPr>
              <a:defRPr sz="1350" b="1">
                <a:solidFill>
                  <a:srgbClr val="111111"/>
                </a:solidFill>
                <a:latin typeface="Google Sans Flex"/>
                <a:ea typeface="Google Sans Flex"/>
                <a:cs typeface="Google Sans Flex"/>
              </a:defRPr>
            </a:lvl9pPr>
          </a:lstStyle>
          <a:p xmlns:a="http://schemas.openxmlformats.org/drawingml/2006/main">
            <a:pPr>
              <a:defRPr sz="1350" b="1">
                <a:solidFill>
                  <a:srgbClr val="111111"/>
                </a:solidFill>
                <a:latin typeface="Google Sans Flex"/>
                <a:ea typeface="Google Sans Flex"/>
                <a:cs typeface="Google Sans Flex"/>
              </a:defRPr>
            </a:pPr>
            <a:r>
              <a:rPr sz="1350" b="1">
                <a:solidFill>
                  <a:srgbClr val="111111"/>
                </a:solidFill>
                <a:latin typeface="Google Sans Flex"/>
                <a:ea typeface="Google Sans Flex"/>
                <a:cs typeface="Google Sans Flex"/>
              </a:rPr>
              <a:t>Required capture 2</a:t>
            </a:r>
          </a:p>
        </p:txBody>
      </p:sp>
      <p:sp>
        <p:nvSpPr>
          <p:cNvPr id="142" name="capture-b-copy">
            <a:extLst xmlns:a="http://schemas.openxmlformats.org/drawingml/2006/main">
              <a:ext uri="{FF2B5EF4-FFF2-40B4-BE49-F238E27FC236}">
                <a16:creationId xmlns:a16="http://schemas.microsoft.com/office/drawing/2014/main" id="{5F05D7EF-B336-41C9-9902-EF9F197D036B}"/>
              </a:ext>
            </a:extLst>
          </p:cNvPr>
          <p:cNvSpPr>
            <a:spLocks xmlns:a="http://schemas.openxmlformats.org/drawingml/2006/main" noGrp="1"/>
          </p:cNvSpPr>
          <p:nvPr/>
        </p:nvSpPr>
        <p:spPr>
          <a:xfrm xmlns:a="http://schemas.openxmlformats.org/drawingml/2006/main">
            <a:off x="47625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Issue evidence and officer workflow</a:t>
            </a:r>
          </a:p>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Use the verified deployed build</a:t>
            </a:r>
          </a:p>
        </p:txBody>
      </p:sp>
    </p:spTree>
    <p:extLst>
      <p:ext uri="{BB962C8B-B14F-4D97-AF65-F5344CB8AC3E}">
        <p14:creationId xmlns:p14="http://schemas.microsoft.com/office/powerpoint/2010/main" val="37255843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40" name="Google Shape;140;p24">
            <a:extLst xmlns:a="http://schemas.openxmlformats.org/drawingml/2006/main">
              <a:ext uri="{FF2B5EF4-FFF2-40B4-BE49-F238E27FC236}">
                <a16:creationId xmlns:a16="http://schemas.microsoft.com/office/drawing/2014/main" id="{5F2397ED-EB5B-4237-A834-ABE8EC22805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1f5b6e9840a4b69">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41" name="Google Shape;141;p24">
            <a:extLst xmlns:a="http://schemas.openxmlformats.org/drawingml/2006/main">
              <a:ext uri="{FF2B5EF4-FFF2-40B4-BE49-F238E27FC236}">
                <a16:creationId xmlns:a16="http://schemas.microsoft.com/office/drawing/2014/main" id="{02DBD6A7-8042-4FFE-B695-855CA16EE8E5}"/>
              </a:ext>
            </a:extLst>
          </p:cNvPr>
          <p:cNvPicPr>
            <a:picLocks xmlns:a="http://schemas.openxmlformats.org/drawingml/2006/main" noChangeAspect="1"/>
          </p:cNvPicPr>
          <p:nvPr/>
        </p:nvPicPr>
        <p:blipFill>
          <a:blip xmlns:r="http://schemas.openxmlformats.org/officeDocument/2006/relationships" xmlns:a="http://schemas.openxmlformats.org/drawingml/2006/main" r:embed="R5446abce68e9474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42" name="Google Shape;142;p24">
            <a:extLst xmlns:a="http://schemas.openxmlformats.org/drawingml/2006/main">
              <a:ext uri="{FF2B5EF4-FFF2-40B4-BE49-F238E27FC236}">
                <a16:creationId xmlns:a16="http://schemas.microsoft.com/office/drawing/2014/main" id="{68A806FA-876A-4BA2-9D28-9A0B4108DBED}"/>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3" name="Google Shape;143;p24">
            <a:extLst xmlns:a="http://schemas.openxmlformats.org/drawingml/2006/main">
              <a:ext uri="{FF2B5EF4-FFF2-40B4-BE49-F238E27FC236}">
                <a16:creationId xmlns:a16="http://schemas.microsoft.com/office/drawing/2014/main" id="{4B53E1D4-E3D8-4518-B9BE-E55A8BCCBB12}"/>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Prototype Performance report/Benchmarking</a:t>
            </a:r>
            <a:endParaRPr sz="1600">
              <a:latin typeface="Google Sans Flex Medium"/>
              <a:ea typeface="Google Sans Flex Medium"/>
              <a:cs typeface="Google Sans Flex Medium"/>
            </a:endParaRPr>
          </a:p>
        </p:txBody>
      </p:sp>
      <p:sp>
        <p:nvSpPr>
          <p:cNvPr id="144" name="test-label-0">
            <a:extLst xmlns:a="http://schemas.openxmlformats.org/drawingml/2006/main">
              <a:ext uri="{FF2B5EF4-FFF2-40B4-BE49-F238E27FC236}">
                <a16:creationId xmlns:a16="http://schemas.microsoft.com/office/drawing/2014/main" id="{0A365053-2B82-41D8-B191-C2946650B229}"/>
              </a:ext>
            </a:extLst>
          </p:cNvPr>
          <p:cNvSpPr>
            <a:spLocks xmlns:a="http://schemas.openxmlformats.org/drawingml/2006/main" noGrp="1"/>
          </p:cNvSpPr>
          <p:nvPr/>
        </p:nvSpPr>
        <p:spPr>
          <a:xfrm xmlns:a="http://schemas.openxmlformats.org/drawingml/2006/main">
            <a:off x="495300" y="14192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Ward dataset</a:t>
            </a:r>
          </a:p>
        </p:txBody>
      </p:sp>
      <p:sp>
        <p:nvSpPr>
          <p:cNvPr id="145" name="test-value-0">
            <a:extLst xmlns:a="http://schemas.openxmlformats.org/drawingml/2006/main">
              <a:ext uri="{FF2B5EF4-FFF2-40B4-BE49-F238E27FC236}">
                <a16:creationId xmlns:a16="http://schemas.microsoft.com/office/drawing/2014/main" id="{94532871-6665-44E9-93F7-F772DDE24FFA}"/>
              </a:ext>
            </a:extLst>
          </p:cNvPr>
          <p:cNvSpPr>
            <a:spLocks xmlns:a="http://schemas.openxmlformats.org/drawingml/2006/main" noGrp="1"/>
          </p:cNvSpPr>
          <p:nvPr/>
        </p:nvSpPr>
        <p:spPr>
          <a:xfrm xmlns:a="http://schemas.openxmlformats.org/drawingml/2006/main">
            <a:off x="2514600" y="141922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369 wards; 5 corporations; all representative points inside polygons</a:t>
            </a:r>
          </a:p>
        </p:txBody>
      </p:sp>
      <p:sp>
        <p:nvSpPr>
          <p:cNvPr id="146" name="test-label-1">
            <a:extLst xmlns:a="http://schemas.openxmlformats.org/drawingml/2006/main">
              <a:ext uri="{FF2B5EF4-FFF2-40B4-BE49-F238E27FC236}">
                <a16:creationId xmlns:a16="http://schemas.microsoft.com/office/drawing/2014/main" id="{7CCB063E-8ACC-4203-B932-857F34712A99}"/>
              </a:ext>
            </a:extLst>
          </p:cNvPr>
          <p:cNvSpPr>
            <a:spLocks xmlns:a="http://schemas.openxmlformats.org/drawingml/2006/main" noGrp="1"/>
          </p:cNvSpPr>
          <p:nvPr/>
        </p:nvSpPr>
        <p:spPr>
          <a:xfrm xmlns:a="http://schemas.openxmlformats.org/drawingml/2006/main">
            <a:off x="495300" y="19335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Seed integrity</a:t>
            </a:r>
          </a:p>
        </p:txBody>
      </p:sp>
      <p:sp>
        <p:nvSpPr>
          <p:cNvPr id="147" name="test-value-1">
            <a:extLst xmlns:a="http://schemas.openxmlformats.org/drawingml/2006/main">
              <a:ext uri="{FF2B5EF4-FFF2-40B4-BE49-F238E27FC236}">
                <a16:creationId xmlns:a16="http://schemas.microsoft.com/office/drawing/2014/main" id="{E1F1C095-7BAE-4561-895C-FB35F4BAA18E}"/>
              </a:ext>
            </a:extLst>
          </p:cNvPr>
          <p:cNvSpPr>
            <a:spLocks xmlns:a="http://schemas.openxmlformats.org/drawingml/2006/main" noGrp="1"/>
          </p:cNvSpPr>
          <p:nvPr/>
        </p:nvSpPr>
        <p:spPr>
          <a:xfrm xmlns:a="http://schemas.openxmlformats.org/drawingml/2006/main">
            <a:off x="2514600" y="193357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200 demo histories replay; 1498 events; deterministic output hash</a:t>
            </a:r>
          </a:p>
        </p:txBody>
      </p:sp>
      <p:sp>
        <p:nvSpPr>
          <p:cNvPr id="148" name="test-label-2">
            <a:extLst xmlns:a="http://schemas.openxmlformats.org/drawingml/2006/main">
              <a:ext uri="{FF2B5EF4-FFF2-40B4-BE49-F238E27FC236}">
                <a16:creationId xmlns:a16="http://schemas.microsoft.com/office/drawing/2014/main" id="{BB98AD89-9857-4757-8A26-9041C2093477}"/>
              </a:ext>
            </a:extLst>
          </p:cNvPr>
          <p:cNvSpPr>
            <a:spLocks xmlns:a="http://schemas.openxmlformats.org/drawingml/2006/main" noGrp="1"/>
          </p:cNvSpPr>
          <p:nvPr/>
        </p:nvSpPr>
        <p:spPr>
          <a:xfrm xmlns:a="http://schemas.openxmlformats.org/drawingml/2006/main">
            <a:off x="495300" y="24479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Media integrity</a:t>
            </a:r>
          </a:p>
        </p:txBody>
      </p:sp>
      <p:sp>
        <p:nvSpPr>
          <p:cNvPr id="149" name="test-value-2">
            <a:extLst xmlns:a="http://schemas.openxmlformats.org/drawingml/2006/main">
              <a:ext uri="{FF2B5EF4-FFF2-40B4-BE49-F238E27FC236}">
                <a16:creationId xmlns:a16="http://schemas.microsoft.com/office/drawing/2014/main" id="{EF7415E5-2707-4178-96B4-D5709EEAFF01}"/>
              </a:ext>
            </a:extLst>
          </p:cNvPr>
          <p:cNvSpPr>
            <a:spLocks xmlns:a="http://schemas.openxmlformats.org/drawingml/2006/main" noGrp="1"/>
          </p:cNvSpPr>
          <p:nvPr/>
        </p:nvSpPr>
        <p:spPr>
          <a:xfrm xmlns:a="http://schemas.openxmlformats.org/drawingml/2006/main">
            <a:off x="2514600" y="244792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14 JPEGs without EXIF/XMP/IPTC; 17 sample fingerprints match</a:t>
            </a:r>
          </a:p>
        </p:txBody>
      </p:sp>
      <p:sp>
        <p:nvSpPr>
          <p:cNvPr id="150" name="test-label-3">
            <a:extLst xmlns:a="http://schemas.openxmlformats.org/drawingml/2006/main">
              <a:ext uri="{FF2B5EF4-FFF2-40B4-BE49-F238E27FC236}">
                <a16:creationId xmlns:a16="http://schemas.microsoft.com/office/drawing/2014/main" id="{CB990944-3845-43BF-B449-3BA06030E642}"/>
              </a:ext>
            </a:extLst>
          </p:cNvPr>
          <p:cNvSpPr>
            <a:spLocks xmlns:a="http://schemas.openxmlformats.org/drawingml/2006/main" noGrp="1"/>
          </p:cNvSpPr>
          <p:nvPr/>
        </p:nvSpPr>
        <p:spPr>
          <a:xfrm xmlns:a="http://schemas.openxmlformats.org/drawingml/2006/main">
            <a:off x="495300" y="29622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Code + Hosting</a:t>
            </a:r>
          </a:p>
        </p:txBody>
      </p:sp>
      <p:sp>
        <p:nvSpPr>
          <p:cNvPr id="151" name="test-value-3">
            <a:extLst xmlns:a="http://schemas.openxmlformats.org/drawingml/2006/main">
              <a:ext uri="{FF2B5EF4-FFF2-40B4-BE49-F238E27FC236}">
                <a16:creationId xmlns:a16="http://schemas.microsoft.com/office/drawing/2014/main" id="{FE4A071E-E48C-4D51-B85A-DB2344B68046}"/>
              </a:ext>
            </a:extLst>
          </p:cNvPr>
          <p:cNvSpPr>
            <a:spLocks xmlns:a="http://schemas.openxmlformats.org/drawingml/2006/main" noGrp="1"/>
          </p:cNvSpPr>
          <p:nvPr/>
        </p:nvSpPr>
        <p:spPr>
          <a:xfrm xmlns:a="http://schemas.openxmlformats.org/drawingml/2006/main">
            <a:off x="2514600" y="296227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Typecheck and 9 HTTP tests pass. Live routes, media and layouts verified.</a:t>
            </a:r>
          </a:p>
        </p:txBody>
      </p:sp>
      <p:sp>
        <p:nvSpPr>
          <p:cNvPr id="152" name="separator">
            <a:extLst xmlns:a="http://schemas.openxmlformats.org/drawingml/2006/main">
              <a:ext uri="{FF2B5EF4-FFF2-40B4-BE49-F238E27FC236}">
                <a16:creationId xmlns:a16="http://schemas.microsoft.com/office/drawing/2014/main" id="{611A8068-F770-4B55-A60E-BA9800C3A8E7}"/>
              </a:ext>
            </a:extLst>
          </p:cNvPr>
          <p:cNvSpPr>
            <a:spLocks xmlns:a="http://schemas.openxmlformats.org/drawingml/2006/main" noGrp="1"/>
          </p:cNvSpPr>
          <p:nvPr/>
        </p:nvSpPr>
        <p:spPr>
          <a:xfrm xmlns:a="http://schemas.openxmlformats.org/drawingml/2006/main">
            <a:off x="495300" y="357187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53" name="benchmark-pending">
            <a:extLst xmlns:a="http://schemas.openxmlformats.org/drawingml/2006/main">
              <a:ext uri="{FF2B5EF4-FFF2-40B4-BE49-F238E27FC236}">
                <a16:creationId xmlns:a16="http://schemas.microsoft.com/office/drawing/2014/main" id="{8C585889-8627-442B-B71F-4F9B9046A584}"/>
              </a:ext>
            </a:extLst>
          </p:cNvPr>
          <p:cNvSpPr>
            <a:spLocks xmlns:a="http://schemas.openxmlformats.org/drawingml/2006/main" noGrp="1"/>
          </p:cNvSpPr>
          <p:nvPr/>
        </p:nvSpPr>
        <p:spPr>
          <a:xfrm xmlns:a="http://schemas.openxmlformats.org/drawingml/2006/main">
            <a:off x="495300" y="3752850"/>
            <a:ext cx="8153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A52722"/>
                </a:solidFill>
                <a:latin typeface="Google Sans Flex"/>
                <a:ea typeface="Google Sans Flex"/>
                <a:cs typeface="Google Sans Flex"/>
              </a:defRPr>
            </a:defPPr>
            <a:lvl1pPr>
              <a:defRPr sz="1575" b="1">
                <a:solidFill>
                  <a:srgbClr val="A52722"/>
                </a:solidFill>
                <a:latin typeface="Google Sans Flex"/>
                <a:ea typeface="Google Sans Flex"/>
                <a:cs typeface="Google Sans Flex"/>
              </a:defRPr>
            </a:lvl1pPr>
            <a:lvl2pPr>
              <a:defRPr sz="1575" b="1">
                <a:solidFill>
                  <a:srgbClr val="A52722"/>
                </a:solidFill>
                <a:latin typeface="Google Sans Flex"/>
                <a:ea typeface="Google Sans Flex"/>
                <a:cs typeface="Google Sans Flex"/>
              </a:defRPr>
            </a:lvl2pPr>
            <a:lvl3pPr>
              <a:defRPr sz="1575" b="1">
                <a:solidFill>
                  <a:srgbClr val="A52722"/>
                </a:solidFill>
                <a:latin typeface="Google Sans Flex"/>
                <a:ea typeface="Google Sans Flex"/>
                <a:cs typeface="Google Sans Flex"/>
              </a:defRPr>
            </a:lvl3pPr>
            <a:lvl4pPr>
              <a:defRPr sz="1575" b="1">
                <a:solidFill>
                  <a:srgbClr val="A52722"/>
                </a:solidFill>
                <a:latin typeface="Google Sans Flex"/>
                <a:ea typeface="Google Sans Flex"/>
                <a:cs typeface="Google Sans Flex"/>
              </a:defRPr>
            </a:lvl4pPr>
            <a:lvl5pPr>
              <a:defRPr sz="1575" b="1">
                <a:solidFill>
                  <a:srgbClr val="A52722"/>
                </a:solidFill>
                <a:latin typeface="Google Sans Flex"/>
                <a:ea typeface="Google Sans Flex"/>
                <a:cs typeface="Google Sans Flex"/>
              </a:defRPr>
            </a:lvl5pPr>
            <a:lvl6pPr>
              <a:defRPr sz="1575" b="1">
                <a:solidFill>
                  <a:srgbClr val="A52722"/>
                </a:solidFill>
                <a:latin typeface="Google Sans Flex"/>
                <a:ea typeface="Google Sans Flex"/>
                <a:cs typeface="Google Sans Flex"/>
              </a:defRPr>
            </a:lvl6pPr>
            <a:lvl7pPr>
              <a:defRPr sz="1575" b="1">
                <a:solidFill>
                  <a:srgbClr val="A52722"/>
                </a:solidFill>
                <a:latin typeface="Google Sans Flex"/>
                <a:ea typeface="Google Sans Flex"/>
                <a:cs typeface="Google Sans Flex"/>
              </a:defRPr>
            </a:lvl7pPr>
            <a:lvl8pPr>
              <a:defRPr sz="1575" b="1">
                <a:solidFill>
                  <a:srgbClr val="A52722"/>
                </a:solidFill>
                <a:latin typeface="Google Sans Flex"/>
                <a:ea typeface="Google Sans Flex"/>
                <a:cs typeface="Google Sans Flex"/>
              </a:defRPr>
            </a:lvl8pPr>
            <a:lvl9pPr>
              <a:defRPr sz="1575" b="1">
                <a:solidFill>
                  <a:srgbClr val="A52722"/>
                </a:solidFill>
                <a:latin typeface="Google Sans Flex"/>
                <a:ea typeface="Google Sans Flex"/>
                <a:cs typeface="Google Sans Flex"/>
              </a:defRPr>
            </a:lvl9pPr>
          </a:lstStyle>
          <a:p xmlns:a="http://schemas.openxmlformats.org/drawingml/2006/main">
            <a:pPr>
              <a:defRPr sz="1575" b="1">
                <a:solidFill>
                  <a:srgbClr val="A52722"/>
                </a:solidFill>
                <a:latin typeface="Google Sans Flex"/>
                <a:ea typeface="Google Sans Flex"/>
                <a:cs typeface="Google Sans Flex"/>
              </a:defRPr>
            </a:pPr>
            <a:r>
              <a:rPr sz="1575" b="1">
                <a:solidFill>
                  <a:srgbClr val="A52722"/>
                </a:solidFill>
                <a:latin typeface="Google Sans Flex"/>
                <a:ea typeface="Google Sans Flex"/>
                <a:cs typeface="Google Sans Flex"/>
              </a:rPr>
              <a:t>Firebase Hosting Spark is live. Billing is disabled.</a:t>
            </a:r>
          </a:p>
          <a:p xmlns:a="http://schemas.openxmlformats.org/drawingml/2006/main">
            <a:pPr>
              <a:defRPr sz="1575" b="1">
                <a:solidFill>
                  <a:srgbClr val="A52722"/>
                </a:solidFill>
                <a:latin typeface="Google Sans Flex"/>
                <a:ea typeface="Google Sans Flex"/>
                <a:cs typeface="Google Sans Flex"/>
              </a:defRPr>
            </a:pPr>
            <a:r>
              <a:rPr sz="1575" b="1">
                <a:solidFill>
                  <a:srgbClr val="A52722"/>
                </a:solidFill>
                <a:latin typeface="Google Sans Flex"/>
                <a:ea typeface="Google Sans Flex"/>
                <a:cs typeface="Google Sans Flex"/>
              </a:rPr>
              <a:t>Cloud Run, backend and Gemini remain unavailable.</a:t>
            </a:r>
          </a:p>
          <a:p xmlns:a="http://schemas.openxmlformats.org/drawingml/2006/main">
            <a:pPr>
              <a:defRPr sz="1575" b="1">
                <a:solidFill>
                  <a:srgbClr val="A52722"/>
                </a:solidFill>
                <a:latin typeface="Google Sans Flex"/>
                <a:ea typeface="Google Sans Flex"/>
                <a:cs typeface="Google Sans Flex"/>
              </a:defRPr>
            </a:pPr>
            <a:r>
              <a:rPr sz="1575" b="1">
                <a:solidFill>
                  <a:srgbClr val="A52722"/>
                </a:solidFill>
                <a:latin typeface="Google Sans Flex"/>
                <a:ea typeface="Google Sans Flex"/>
                <a:cs typeface="Google Sans Flex"/>
              </a:rPr>
              <a:t>No live AI quality or latency results are claimed.</a:t>
            </a:r>
          </a:p>
        </p:txBody>
      </p:sp>
    </p:spTree>
    <p:extLst>
      <p:ext uri="{BB962C8B-B14F-4D97-AF65-F5344CB8AC3E}">
        <p14:creationId xmlns:p14="http://schemas.microsoft.com/office/powerpoint/2010/main" val="127773236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48" name="Google Shape;148;p25">
            <a:extLst xmlns:a="http://schemas.openxmlformats.org/drawingml/2006/main">
              <a:ext uri="{FF2B5EF4-FFF2-40B4-BE49-F238E27FC236}">
                <a16:creationId xmlns:a16="http://schemas.microsoft.com/office/drawing/2014/main" id="{640DD90D-14B6-4D0D-B230-4B11988F80A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967983ea08045c4">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49" name="Google Shape;149;p25">
            <a:extLst xmlns:a="http://schemas.openxmlformats.org/drawingml/2006/main">
              <a:ext uri="{FF2B5EF4-FFF2-40B4-BE49-F238E27FC236}">
                <a16:creationId xmlns:a16="http://schemas.microsoft.com/office/drawing/2014/main" id="{396953F3-9574-4DDE-BC74-F2B32B9673A0}"/>
              </a:ext>
            </a:extLst>
          </p:cNvPr>
          <p:cNvPicPr>
            <a:picLocks xmlns:a="http://schemas.openxmlformats.org/drawingml/2006/main" noChangeAspect="1"/>
          </p:cNvPicPr>
          <p:nvPr/>
        </p:nvPicPr>
        <p:blipFill>
          <a:blip xmlns:r="http://schemas.openxmlformats.org/officeDocument/2006/relationships" xmlns:a="http://schemas.openxmlformats.org/drawingml/2006/main" r:embed="R7e5216050ff44f12">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0" name="Google Shape;150;p25">
            <a:extLst xmlns:a="http://schemas.openxmlformats.org/drawingml/2006/main">
              <a:ext uri="{FF2B5EF4-FFF2-40B4-BE49-F238E27FC236}">
                <a16:creationId xmlns:a16="http://schemas.microsoft.com/office/drawing/2014/main" id="{0D568BA7-1B44-47AF-83CD-12939501CA2D}"/>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1" name="Google Shape;151;p25">
            <a:extLst xmlns:a="http://schemas.openxmlformats.org/drawingml/2006/main">
              <a:ext uri="{FF2B5EF4-FFF2-40B4-BE49-F238E27FC236}">
                <a16:creationId xmlns:a16="http://schemas.microsoft.com/office/drawing/2014/main" id="{B2C9C50A-F674-481B-BDAC-60BAE5BFD05A}"/>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Additional Details/Future Development (if any)</a:t>
            </a:r>
            <a:endParaRPr sz="1600">
              <a:latin typeface="Google Sans Flex Medium"/>
              <a:ea typeface="Google Sans Flex Medium"/>
              <a:cs typeface="Google Sans Flex Medium"/>
            </a:endParaRPr>
          </a:p>
        </p:txBody>
      </p:sp>
      <p:sp>
        <p:nvSpPr>
          <p:cNvPr id="152" name="future-head-0">
            <a:extLst xmlns:a="http://schemas.openxmlformats.org/drawingml/2006/main">
              <a:ext uri="{FF2B5EF4-FFF2-40B4-BE49-F238E27FC236}">
                <a16:creationId xmlns:a16="http://schemas.microsoft.com/office/drawing/2014/main" id="{B8C147B5-C581-48E3-A459-C35C54A6BEA0}"/>
              </a:ext>
            </a:extLst>
          </p:cNvPr>
          <p:cNvSpPr>
            <a:spLocks xmlns:a="http://schemas.openxmlformats.org/drawingml/2006/main" noGrp="1"/>
          </p:cNvSpPr>
          <p:nvPr/>
        </p:nvSpPr>
        <p:spPr>
          <a:xfrm xmlns:a="http://schemas.openxmlformats.org/drawingml/2006/main">
            <a:off x="495300" y="1438275"/>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Connected backend</a:t>
            </a:r>
          </a:p>
        </p:txBody>
      </p:sp>
      <p:sp>
        <p:nvSpPr>
          <p:cNvPr id="153" name="future-body-0">
            <a:extLst xmlns:a="http://schemas.openxmlformats.org/drawingml/2006/main">
              <a:ext uri="{FF2B5EF4-FFF2-40B4-BE49-F238E27FC236}">
                <a16:creationId xmlns:a16="http://schemas.microsoft.com/office/drawing/2014/main" id="{47432B6C-0E7E-416F-A3CF-248F82C02C7F}"/>
              </a:ext>
            </a:extLst>
          </p:cNvPr>
          <p:cNvSpPr>
            <a:spLocks xmlns:a="http://schemas.openxmlformats.org/drawingml/2006/main" noGrp="1"/>
          </p:cNvSpPr>
          <p:nvPr/>
        </p:nvSpPr>
        <p:spPr>
          <a:xfrm xmlns:a="http://schemas.openxmlformats.org/drawingml/2006/main">
            <a:off x="2857500" y="14382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Firebase Hosting Spark is live. Cloud Run, backend and Gemini need separate approval, deployment and live verification.</a:t>
            </a:r>
          </a:p>
        </p:txBody>
      </p:sp>
      <p:sp>
        <p:nvSpPr>
          <p:cNvPr id="154" name="future-head-1">
            <a:extLst xmlns:a="http://schemas.openxmlformats.org/drawingml/2006/main">
              <a:ext uri="{FF2B5EF4-FFF2-40B4-BE49-F238E27FC236}">
                <a16:creationId xmlns:a16="http://schemas.microsoft.com/office/drawing/2014/main" id="{71406279-5EA4-429E-AF17-2473912D8E16}"/>
              </a:ext>
            </a:extLst>
          </p:cNvPr>
          <p:cNvSpPr>
            <a:spLocks xmlns:a="http://schemas.openxmlformats.org/drawingml/2006/main" noGrp="1"/>
          </p:cNvSpPr>
          <p:nvPr/>
        </p:nvSpPr>
        <p:spPr>
          <a:xfrm xmlns:a="http://schemas.openxmlformats.org/drawingml/2006/main">
            <a:off x="495300" y="249555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First pilot</a:t>
            </a:r>
          </a:p>
        </p:txBody>
      </p:sp>
      <p:sp>
        <p:nvSpPr>
          <p:cNvPr id="155" name="future-body-1">
            <a:extLst xmlns:a="http://schemas.openxmlformats.org/drawingml/2006/main">
              <a:ext uri="{FF2B5EF4-FFF2-40B4-BE49-F238E27FC236}">
                <a16:creationId xmlns:a16="http://schemas.microsoft.com/office/drawing/2014/main" id="{297CD873-536C-4892-88D6-3F12A1250113}"/>
              </a:ext>
            </a:extLst>
          </p:cNvPr>
          <p:cNvSpPr>
            <a:spLocks xmlns:a="http://schemas.openxmlformats.org/drawingml/2006/main" noGrp="1"/>
          </p:cNvSpPr>
          <p:nvPr/>
        </p:nvSpPr>
        <p:spPr>
          <a:xfrm xmlns:a="http://schemas.openxmlformats.org/drawingml/2006/main">
            <a:off x="2857500" y="2495550"/>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Work with one ward or resident group; obtain consent, define moderation and review disputed closures with humans.</a:t>
            </a:r>
          </a:p>
        </p:txBody>
      </p:sp>
      <p:sp>
        <p:nvSpPr>
          <p:cNvPr id="156" name="future-head-2">
            <a:extLst xmlns:a="http://schemas.openxmlformats.org/drawingml/2006/main">
              <a:ext uri="{FF2B5EF4-FFF2-40B4-BE49-F238E27FC236}">
                <a16:creationId xmlns:a16="http://schemas.microsoft.com/office/drawing/2014/main" id="{51EFE7AD-813A-45F5-9F1C-AA72D594F9D9}"/>
              </a:ext>
            </a:extLst>
          </p:cNvPr>
          <p:cNvSpPr>
            <a:spLocks xmlns:a="http://schemas.openxmlformats.org/drawingml/2006/main" noGrp="1"/>
          </p:cNvSpPr>
          <p:nvPr/>
        </p:nvSpPr>
        <p:spPr>
          <a:xfrm xmlns:a="http://schemas.openxmlformats.org/drawingml/2006/main">
            <a:off x="495300" y="3552825"/>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Later development</a:t>
            </a:r>
          </a:p>
        </p:txBody>
      </p:sp>
      <p:sp>
        <p:nvSpPr>
          <p:cNvPr id="157" name="future-body-2">
            <a:extLst xmlns:a="http://schemas.openxmlformats.org/drawingml/2006/main">
              <a:ext uri="{FF2B5EF4-FFF2-40B4-BE49-F238E27FC236}">
                <a16:creationId xmlns:a16="http://schemas.microsoft.com/office/drawing/2014/main" id="{DB57BF81-FD99-444D-B1E1-3F77A2FBD764}"/>
              </a:ext>
            </a:extLst>
          </p:cNvPr>
          <p:cNvSpPr>
            <a:spLocks xmlns:a="http://schemas.openxmlformats.org/drawingml/2006/main" noGrp="1"/>
          </p:cNvSpPr>
          <p:nvPr/>
        </p:nvSpPr>
        <p:spPr>
          <a:xfrm xmlns:a="http://schemas.openxmlformats.org/drawingml/2006/main">
            <a:off x="2857500" y="355282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Complaint-system integrations, notifications, privacy blurring, real official identity checks and larger-scale analytics.</a:t>
            </a:r>
          </a:p>
        </p:txBody>
      </p:sp>
    </p:spTree>
    <p:extLst>
      <p:ext uri="{BB962C8B-B14F-4D97-AF65-F5344CB8AC3E}">
        <p14:creationId xmlns:p14="http://schemas.microsoft.com/office/powerpoint/2010/main" val="162496907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56" name="Google Shape;156;p26">
            <a:extLst xmlns:a="http://schemas.openxmlformats.org/drawingml/2006/main">
              <a:ext uri="{FF2B5EF4-FFF2-40B4-BE49-F238E27FC236}">
                <a16:creationId xmlns:a16="http://schemas.microsoft.com/office/drawing/2014/main" id="{2C57C03F-C5E9-4D1F-99BC-67B5C8B8000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9cfbaaf44984d92">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57" name="Google Shape;157;p26">
            <a:extLst xmlns:a="http://schemas.openxmlformats.org/drawingml/2006/main">
              <a:ext uri="{FF2B5EF4-FFF2-40B4-BE49-F238E27FC236}">
                <a16:creationId xmlns:a16="http://schemas.microsoft.com/office/drawing/2014/main" id="{777491FE-DAFC-4AA9-9FE0-4D81CC487117}"/>
              </a:ext>
            </a:extLst>
          </p:cNvPr>
          <p:cNvPicPr>
            <a:picLocks xmlns:a="http://schemas.openxmlformats.org/drawingml/2006/main" noChangeAspect="1"/>
          </p:cNvPicPr>
          <p:nvPr/>
        </p:nvPicPr>
        <p:blipFill>
          <a:blip xmlns:r="http://schemas.openxmlformats.org/officeDocument/2006/relationships" xmlns:a="http://schemas.openxmlformats.org/drawingml/2006/main" r:embed="Rd80ffd0e08694031">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8" name="Google Shape;158;p26">
            <a:extLst xmlns:a="http://schemas.openxmlformats.org/drawingml/2006/main">
              <a:ext uri="{FF2B5EF4-FFF2-40B4-BE49-F238E27FC236}">
                <a16:creationId xmlns:a16="http://schemas.microsoft.com/office/drawing/2014/main" id="{579C9739-9386-473A-B26A-3B18EF3C5715}"/>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9" name="Google Shape;159;p26">
            <a:extLst xmlns:a="http://schemas.openxmlformats.org/drawingml/2006/main">
              <a:ext uri="{FF2B5EF4-FFF2-40B4-BE49-F238E27FC236}">
                <a16:creationId xmlns:a16="http://schemas.microsoft.com/office/drawing/2014/main" id="{97D7E002-9B7A-4519-8DF5-32F008DE388B}"/>
              </a:ext>
            </a:extLst>
          </p:cNvPr>
          <p:cNvSpPr>
            <a:spLocks xmlns:a="http://schemas.openxmlformats.org/drawingml/2006/main" noGrp="1"/>
          </p:cNvSpPr>
          <p:nvPr/>
        </p:nvSpPr>
        <p:spPr>
          <a:xfrm xmlns:a="http://schemas.openxmlformats.org/drawingml/2006/main">
            <a:off x="265367" y="663797"/>
            <a:ext cx="8572500"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95250" rIns="95250" bIns="95250" anchor="t">
            <a:noAutofit/>
          </a:bodyPr>
          <a:lstStyle xmlns:a="http://schemas.openxmlformats.org/drawingml/2006/main">
            <a:defPPr>
              <a:defRPr sz="1600">
                <a:solidFill>
                  <a:srgbClr val="111111"/>
                </a:solidFill>
                <a:latin typeface="Google Sans Flex Medium"/>
                <a:ea typeface="Google Sans Flex Medium"/>
                <a:cs typeface="Google Sans Flex Medium"/>
              </a:defRPr>
            </a:defPPr>
            <a:lvl1pPr>
              <a:defRPr sz="1600">
                <a:solidFill>
                  <a:srgbClr val="111111"/>
                </a:solidFill>
                <a:latin typeface="Google Sans Flex Medium"/>
                <a:ea typeface="Google Sans Flex Medium"/>
                <a:cs typeface="Google Sans Flex Medium"/>
              </a:defRPr>
            </a:lvl1pPr>
            <a:lvl2pPr>
              <a:defRPr sz="1600">
                <a:solidFill>
                  <a:srgbClr val="111111"/>
                </a:solidFill>
                <a:latin typeface="Google Sans Flex Medium"/>
                <a:ea typeface="Google Sans Flex Medium"/>
                <a:cs typeface="Google Sans Flex Medium"/>
              </a:defRPr>
            </a:lvl2pPr>
            <a:lvl3pPr>
              <a:defRPr sz="1600">
                <a:solidFill>
                  <a:srgbClr val="111111"/>
                </a:solidFill>
                <a:latin typeface="Google Sans Flex Medium"/>
                <a:ea typeface="Google Sans Flex Medium"/>
                <a:cs typeface="Google Sans Flex Medium"/>
              </a:defRPr>
            </a:lvl3pPr>
            <a:lvl4pPr>
              <a:defRPr sz="1600">
                <a:solidFill>
                  <a:srgbClr val="111111"/>
                </a:solidFill>
                <a:latin typeface="Google Sans Flex Medium"/>
                <a:ea typeface="Google Sans Flex Medium"/>
                <a:cs typeface="Google Sans Flex Medium"/>
              </a:defRPr>
            </a:lvl4pPr>
            <a:lvl5pPr>
              <a:defRPr sz="1600">
                <a:solidFill>
                  <a:srgbClr val="111111"/>
                </a:solidFill>
                <a:latin typeface="Google Sans Flex Medium"/>
                <a:ea typeface="Google Sans Flex Medium"/>
                <a:cs typeface="Google Sans Flex Medium"/>
              </a:defRPr>
            </a:lvl5pPr>
            <a:lvl6pPr>
              <a:defRPr sz="1600">
                <a:solidFill>
                  <a:srgbClr val="111111"/>
                </a:solidFill>
                <a:latin typeface="Google Sans Flex Medium"/>
                <a:ea typeface="Google Sans Flex Medium"/>
                <a:cs typeface="Google Sans Flex Medium"/>
              </a:defRPr>
            </a:lvl6pPr>
            <a:lvl7pPr>
              <a:defRPr sz="1600">
                <a:solidFill>
                  <a:srgbClr val="111111"/>
                </a:solidFill>
                <a:latin typeface="Google Sans Flex Medium"/>
                <a:ea typeface="Google Sans Flex Medium"/>
                <a:cs typeface="Google Sans Flex Medium"/>
              </a:defRPr>
            </a:lvl7pPr>
            <a:lvl8pPr>
              <a:defRPr sz="1600">
                <a:solidFill>
                  <a:srgbClr val="111111"/>
                </a:solidFill>
                <a:latin typeface="Google Sans Flex Medium"/>
                <a:ea typeface="Google Sans Flex Medium"/>
                <a:cs typeface="Google Sans Flex Medium"/>
              </a:defRPr>
            </a:lvl8pPr>
            <a:lvl9pPr>
              <a:defRPr sz="1600">
                <a:solidFill>
                  <a:srgbClr val="111111"/>
                </a:solidFill>
                <a:latin typeface="Google Sans Flex Medium"/>
                <a:ea typeface="Google Sans Flex Medium"/>
                <a:cs typeface="Google Sans Flex Medium"/>
              </a:defRPr>
            </a:lvl9pPr>
          </a:lstStyle>
          <a:p xmlns:a="http://schemas.openxmlformats.org/drawingml/2006/main">
            <a:pPr marL="0" lvl="0" indent="0" algn="l">
              <a:spcBef>
                <a:spcPts val="0"/>
              </a:spcBef>
              <a:spcAft>
                <a:spcPts val="0"/>
              </a:spcAft>
              <a:buNone/>
              <a:defRPr sz="1600">
                <a:solidFill>
                  <a:srgbClr val="111111"/>
                </a:solidFill>
                <a:latin typeface="Google Sans Flex Medium"/>
                <a:ea typeface="Google Sans Flex Medium"/>
                <a:cs typeface="Google Sans Flex Medium"/>
              </a:defRPr>
            </a:pPr>
            <a:r>
              <a:rPr sz="1600">
                <a:solidFill>
                  <a:srgbClr val="111111"/>
                </a:solidFill>
                <a:latin typeface="Google Sans Flex Medium"/>
                <a:ea typeface="Google Sans Flex Medium"/>
                <a:cs typeface="Google Sans Flex Medium"/>
              </a:rPr>
              <a:t>Provide links to your:</a:t>
            </a:r>
            <a:endParaRPr sz="1600">
              <a:latin typeface="Google Sans Flex Medium"/>
              <a:ea typeface="Google Sans Flex Medium"/>
              <a:cs typeface="Google Sans Flex Medium"/>
            </a:endParaRPr>
          </a:p>
        </p:txBody>
      </p:sp>
      <p:sp>
        <p:nvSpPr>
          <p:cNvPr id="160" name="link-label-0">
            <a:extLst xmlns:a="http://schemas.openxmlformats.org/drawingml/2006/main">
              <a:ext uri="{FF2B5EF4-FFF2-40B4-BE49-F238E27FC236}">
                <a16:creationId xmlns:a16="http://schemas.microsoft.com/office/drawing/2014/main" id="{50EA3428-14C2-4F0E-BAA9-425B82414948}"/>
              </a:ext>
            </a:extLst>
          </p:cNvPr>
          <p:cNvSpPr>
            <a:spLocks xmlns:a="http://schemas.openxmlformats.org/drawingml/2006/main" noGrp="1"/>
          </p:cNvSpPr>
          <p:nvPr/>
        </p:nvSpPr>
        <p:spPr>
          <a:xfrm xmlns:a="http://schemas.openxmlformats.org/drawingml/2006/main">
            <a:off x="495300" y="14763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GitHub public repository</a:t>
            </a:r>
          </a:p>
        </p:txBody>
      </p:sp>
      <p:sp>
        <p:nvSpPr>
          <p:cNvPr id="161" name="link-value-0">
            <a:extLst xmlns:a="http://schemas.openxmlformats.org/drawingml/2006/main">
              <a:ext uri="{FF2B5EF4-FFF2-40B4-BE49-F238E27FC236}">
                <a16:creationId xmlns:a16="http://schemas.microsoft.com/office/drawing/2014/main" id="{C32251B8-A8B7-482F-8CA7-7A05F634796F}"/>
              </a:ext>
            </a:extLst>
          </p:cNvPr>
          <p:cNvSpPr>
            <a:spLocks xmlns:a="http://schemas.openxmlformats.org/drawingml/2006/main" noGrp="1"/>
          </p:cNvSpPr>
          <p:nvPr/>
        </p:nvSpPr>
        <p:spPr>
          <a:xfrm xmlns:a="http://schemas.openxmlformats.org/drawingml/2006/main">
            <a:off x="495300" y="18383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https://github.com/Rahul21sai/LeadNet</a:t>
            </a:r>
          </a:p>
        </p:txBody>
      </p:sp>
      <p:sp>
        <p:nvSpPr>
          <p:cNvPr id="162" name="link-label-1">
            <a:extLst xmlns:a="http://schemas.openxmlformats.org/drawingml/2006/main">
              <a:ext uri="{FF2B5EF4-FFF2-40B4-BE49-F238E27FC236}">
                <a16:creationId xmlns:a16="http://schemas.microsoft.com/office/drawing/2014/main" id="{5A85E94B-1B34-476A-872E-BCC587A3071B}"/>
              </a:ext>
            </a:extLst>
          </p:cNvPr>
          <p:cNvSpPr>
            <a:spLocks xmlns:a="http://schemas.openxmlformats.org/drawingml/2006/main" noGrp="1"/>
          </p:cNvSpPr>
          <p:nvPr/>
        </p:nvSpPr>
        <p:spPr>
          <a:xfrm xmlns:a="http://schemas.openxmlformats.org/drawingml/2006/main">
            <a:off x="495300" y="23907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Demo video (3-4 minutes)</a:t>
            </a:r>
          </a:p>
        </p:txBody>
      </p:sp>
      <p:sp>
        <p:nvSpPr>
          <p:cNvPr id="163" name="link-value-1">
            <a:extLst xmlns:a="http://schemas.openxmlformats.org/drawingml/2006/main">
              <a:ext uri="{FF2B5EF4-FFF2-40B4-BE49-F238E27FC236}">
                <a16:creationId xmlns:a16="http://schemas.microsoft.com/office/drawing/2014/main" id="{E52F513F-A40D-48C9-B7B3-F2C7CA04862E}"/>
              </a:ext>
            </a:extLst>
          </p:cNvPr>
          <p:cNvSpPr>
            <a:spLocks xmlns:a="http://schemas.openxmlformats.org/drawingml/2006/main" noGrp="1"/>
          </p:cNvSpPr>
          <p:nvPr/>
        </p:nvSpPr>
        <p:spPr>
          <a:xfrm xmlns:a="http://schemas.openxmlformats.org/drawingml/2006/main">
            <a:off x="495300" y="27527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[Owner: upload MP4 and paste public video URL]</a:t>
            </a:r>
          </a:p>
        </p:txBody>
      </p:sp>
      <p:sp>
        <p:nvSpPr>
          <p:cNvPr id="164" name="link-label-2">
            <a:extLst xmlns:a="http://schemas.openxmlformats.org/drawingml/2006/main">
              <a:ext uri="{FF2B5EF4-FFF2-40B4-BE49-F238E27FC236}">
                <a16:creationId xmlns:a16="http://schemas.microsoft.com/office/drawing/2014/main" id="{828837E0-5C09-41AC-8A52-0D973AF14165}"/>
              </a:ext>
            </a:extLst>
          </p:cNvPr>
          <p:cNvSpPr>
            <a:spLocks xmlns:a="http://schemas.openxmlformats.org/drawingml/2006/main" noGrp="1"/>
          </p:cNvSpPr>
          <p:nvPr/>
        </p:nvSpPr>
        <p:spPr>
          <a:xfrm xmlns:a="http://schemas.openxmlformats.org/drawingml/2006/main">
            <a:off x="495300" y="33051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Public prototype (Firebase device demo)</a:t>
            </a:r>
          </a:p>
        </p:txBody>
      </p:sp>
      <p:sp>
        <p:nvSpPr>
          <p:cNvPr id="165" name="link-value-2">
            <a:extLst xmlns:a="http://schemas.openxmlformats.org/drawingml/2006/main">
              <a:ext uri="{FF2B5EF4-FFF2-40B4-BE49-F238E27FC236}">
                <a16:creationId xmlns:a16="http://schemas.microsoft.com/office/drawing/2014/main" id="{C22CA15A-EDEA-45C9-A378-9FA2B9B8B5F0}"/>
              </a:ext>
            </a:extLst>
          </p:cNvPr>
          <p:cNvSpPr>
            <a:spLocks xmlns:a="http://schemas.openxmlformats.org/drawingml/2006/main" noGrp="1"/>
          </p:cNvSpPr>
          <p:nvPr/>
        </p:nvSpPr>
        <p:spPr>
          <a:xfrm xmlns:a="http://schemas.openxmlformats.org/drawingml/2006/main">
            <a:off x="495300" y="36671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https://leadnet-blr.web.app/</a:t>
            </a:r>
          </a:p>
        </p:txBody>
      </p:sp>
      <p:sp>
        <p:nvSpPr>
          <p:cNvPr id="166" name="link-check">
            <a:extLst xmlns:a="http://schemas.openxmlformats.org/drawingml/2006/main">
              <a:ext uri="{FF2B5EF4-FFF2-40B4-BE49-F238E27FC236}">
                <a16:creationId xmlns:a16="http://schemas.microsoft.com/office/drawing/2014/main" id="{AAA9B281-6371-46AD-A09E-6E77B0C968E0}"/>
              </a:ext>
            </a:extLst>
          </p:cNvPr>
          <p:cNvSpPr>
            <a:spLocks xmlns:a="http://schemas.openxmlformats.org/drawingml/2006/main" noGrp="1"/>
          </p:cNvSpPr>
          <p:nvPr/>
        </p:nvSpPr>
        <p:spPr>
          <a:xfrm xmlns:a="http://schemas.openxmlformats.org/drawingml/2006/main">
            <a:off x="495300" y="4514850"/>
            <a:ext cx="815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All three links must open without account access during evaluation.</a:t>
            </a:r>
          </a:p>
        </p:txBody>
      </p:sp>
    </p:spTree>
    <p:extLst>
      <p:ext uri="{BB962C8B-B14F-4D97-AF65-F5344CB8AC3E}">
        <p14:creationId xmlns:p14="http://schemas.microsoft.com/office/powerpoint/2010/main" val="36957477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71" name="Google Shape;171;p28">
            <a:extLst xmlns:a="http://schemas.openxmlformats.org/drawingml/2006/main">
              <a:ext uri="{FF2B5EF4-FFF2-40B4-BE49-F238E27FC236}">
                <a16:creationId xmlns:a16="http://schemas.microsoft.com/office/drawing/2014/main" id="{46F6225F-D051-4F2B-B5E4-E1E09A50695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6514d8fd7f949c9">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72" name="Google Shape;172;p28">
            <a:extLst xmlns:a="http://schemas.openxmlformats.org/drawingml/2006/main">
              <a:ext uri="{FF2B5EF4-FFF2-40B4-BE49-F238E27FC236}">
                <a16:creationId xmlns:a16="http://schemas.microsoft.com/office/drawing/2014/main" id="{0D40A8B3-E4B6-4B64-AA51-74F9A9094209}"/>
              </a:ext>
            </a:extLst>
          </p:cNvPr>
          <p:cNvPicPr>
            <a:picLocks xmlns:a="http://schemas.openxmlformats.org/drawingml/2006/main" noChangeAspect="1"/>
          </p:cNvPicPr>
          <p:nvPr/>
        </p:nvPicPr>
        <p:blipFill>
          <a:blip xmlns:r="http://schemas.openxmlformats.org/officeDocument/2006/relationships" xmlns:a="http://schemas.openxmlformats.org/drawingml/2006/main" r:embed="R38175ada2aae4a39">
            <a:alphaModFix/>
          </a:blip>
          <a:stretch xmlns:a="http://schemas.openxmlformats.org/drawingml/2006/main">
            <a:fillRect l="0" t="0" r="0" b="0"/>
          </a:stretch>
        </p:blipFill>
        <p:spPr>
          <a:xfrm xmlns:a="http://schemas.openxmlformats.org/drawingml/2006/main">
            <a:off x="0" y="0"/>
            <a:ext cx="9144000" cy="514351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98525001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2026-10-18T15:52:22.9260000Z</dcterms:created>
  <dcterms:modified xsi:type="dcterms:W3CDTF">2026-10-18T15:52:22.9270000Z</dcterms:modified>
</coreProperties>
</file>